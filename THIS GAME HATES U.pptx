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6ccaed011c07b5e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6ccaed011c07b5e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6ccaed011c07b5e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6ccaed011c07b5e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17b903097c1e025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17b903097c1e02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7d8740ad7a248cf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7d8740ad7a248cf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7d8740ad7a248cf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7d8740ad7a248cf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7830e99b80c45f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7830e99b80c45f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7830e99b80c45fb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7830e99b80c45fb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590c4bcf1619e98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590c4bcf1619e98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590c4bcf1619e98e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590c4bcf1619e98e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6ccaed011c07b5e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6ccaed011c07b5e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17b903097c1e025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h17b903097c1e025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17b903097c1e025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17b903097c1e025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17b903097c1e025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17b903097c1e025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2b4317a65c0150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h2b4317a65c0150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2b4317a65c015051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2b4317a65c01505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2b4317a65c01505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2b4317a65c01505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5f9935ef0d9c62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h5f9935ef0d9c62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5f9935ef0d9c623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5f9935ef0d9c623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5f9935ef0d9c623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h5f9935ef0d9c623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5f9935ef0d9c623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5f9935ef0d9c623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5f9935ef0d9c623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h5f9935ef0d9c623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5f9935ef0d9c623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h5f9935ef0d9c623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h53112e61f122f8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h53112e61f122f8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h53112e61f122f82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h53112e61f122f82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h16bfde22f07d9e8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h16bfde22f07d9e8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h16bfde22f07d9e8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h16bfde22f07d9e8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h16bfde22f07d9e8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h16bfde22f07d9e8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h16bfde22f07d9e8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h16bfde22f07d9e8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4ee64f0ab27ad62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h4ee64f0ab27ad62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h37e691c9dd8cdda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h37e691c9dd8cdda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h37e691c9dd8cdda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h37e691c9dd8cdda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37e691c9dd8cdda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h37e691c9dd8cdda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h37e691c9dd8cdda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h37e691c9dd8cdda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h37e691c9dd8cdda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h37e691c9dd8cdda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37e691c9dd8cdda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h37e691c9dd8cdda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h37e691c9dd8cdda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h37e691c9dd8cdda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h37e691c9dd8cdda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h37e691c9dd8cdda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h37e691c9dd8cdda6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h37e691c9dd8cdda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37e691c9dd8cdda6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h37e691c9dd8cdda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h37e691c9dd8cdda6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h37e691c9dd8cdda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h37e691c9dd8cdda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h37e691c9dd8cdda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h28d630f1bcc9a2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h28d630f1bcc9a2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h5d08f4bcb2418ad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h5d08f4bcb2418ad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h5d08f4bcb2418ad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h5d08f4bcb2418ad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5d08f4bcb2418ad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h5d08f4bcb2418ad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h5d08f4bcb2418ad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h5d08f4bcb2418ad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h67a0133d04e1df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h67a0133d04e1df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h67a0133d04e1df8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h67a0133d04e1df8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h67a0133d04e1df8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h67a0133d04e1df8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h67a0133d04e1df8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h67a0133d04e1df8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h71b04dfde5e7293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h71b04dfde5e7293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h71b04dfde5e7293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h71b04dfde5e7293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h71b04dfde5e7293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h71b04dfde5e7293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h71b04dfde5e7293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h71b04dfde5e7293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71b04dfde5e7293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71b04dfde5e7293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h71b04dfde5e7293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h71b04dfde5e7293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71b04dfde5e7293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71b04dfde5e7293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h89b507db8c681c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h89b507db8c681c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h71b04dfde5e7293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h71b04dfde5e7293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h110c3935fcfe25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h110c3935fcfe25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h110c3935fcfe259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h110c3935fcfe259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h110c3935fcfe259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h110c3935fcfe259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h110c3935fcfe259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h110c3935fcfe259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h51409a891380c8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h51409a891380c8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2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4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5.xml"/><Relationship Id="rId4" Type="http://schemas.openxmlformats.org/officeDocument/2006/relationships/slide" Target="/ppt/slides/slide6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7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7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8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9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10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1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3.xml"/><Relationship Id="rId4" Type="http://schemas.openxmlformats.org/officeDocument/2006/relationships/slide" Target="/ppt/slides/slide1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15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14.xml"/><Relationship Id="rId4" Type="http://schemas.openxmlformats.org/officeDocument/2006/relationships/slide" Target="/ppt/slides/slide16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16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14.xml"/><Relationship Id="rId4" Type="http://schemas.openxmlformats.org/officeDocument/2006/relationships/slide" Target="/ppt/slides/slide16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17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slide" Target="/ppt/slides/slide18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20.xml"/><Relationship Id="rId4" Type="http://schemas.openxmlformats.org/officeDocument/2006/relationships/slide" Target="/ppt/slides/slide19.xml"/><Relationship Id="rId5" Type="http://schemas.openxmlformats.org/officeDocument/2006/relationships/slide" Target="/ppt/slides/slide19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18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slide" Target="/ppt/slides/slide21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slide" Target="/ppt/slides/slide22.xml"/><Relationship Id="rId4" Type="http://schemas.openxmlformats.org/officeDocument/2006/relationships/slide" Target="/ppt/slides/slide22.xml"/><Relationship Id="rId5" Type="http://schemas.openxmlformats.org/officeDocument/2006/relationships/slide" Target="/ppt/slides/slide22.xml"/><Relationship Id="rId6" Type="http://schemas.openxmlformats.org/officeDocument/2006/relationships/slide" Target="/ppt/slides/slide23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slide" Target="/ppt/slides/slide21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slide" Target="/ppt/slides/slide24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slide" Target="/ppt/slides/slide25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slide" Target="/ppt/slides/slide26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slide" Target="/ppt/slides/slide28.xml"/><Relationship Id="rId4" Type="http://schemas.openxmlformats.org/officeDocument/2006/relationships/slide" Target="/ppt/slides/slide27.xml"/><Relationship Id="rId5" Type="http://schemas.openxmlformats.org/officeDocument/2006/relationships/slide" Target="/ppt/slides/slide27.xml"/><Relationship Id="rId6" Type="http://schemas.openxmlformats.org/officeDocument/2006/relationships/slide" Target="/ppt/slides/slide27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slide" Target="/ppt/slides/slide25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slide" Target="/ppt/slides/slide29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slide" Target="/ppt/slides/slide30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slide" Target="/ppt/slides/slide31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slide" Target="/ppt/slides/slide32.xml"/><Relationship Id="rId4" Type="http://schemas.openxmlformats.org/officeDocument/2006/relationships/slide" Target="/ppt/slides/slide33.xml"/><Relationship Id="rId5" Type="http://schemas.openxmlformats.org/officeDocument/2006/relationships/slide" Target="/ppt/slides/slide34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slide" Target="/ppt/slides/slide35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slide" Target="/ppt/slides/slide36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slide" Target="/ppt/slides/slide37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slide" Target="/ppt/slides/slide38.xml"/><Relationship Id="rId4" Type="http://schemas.openxmlformats.org/officeDocument/2006/relationships/slide" Target="/ppt/slides/slide39.xml"/><Relationship Id="rId5" Type="http://schemas.openxmlformats.org/officeDocument/2006/relationships/slide" Target="/ppt/slides/slide40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slide" Target="/ppt/slides/slide37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slide" Target="/ppt/slides/slide41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slide" Target="/ppt/slides/slide37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slide" Target="/ppt/slides/slide42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slide" Target="/ppt/slides/slide43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slide" Target="/ppt/slides/slide44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slide" Target="/ppt/slides/slide45.xml"/><Relationship Id="rId4" Type="http://schemas.openxmlformats.org/officeDocument/2006/relationships/slide" Target="/ppt/slides/slide46.xml"/><Relationship Id="rId5" Type="http://schemas.openxmlformats.org/officeDocument/2006/relationships/slide" Target="/ppt/slides/slide46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slide" Target="/ppt/slides/slide47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slide" Target="/ppt/slides/slide44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slide" Target="/ppt/slides/slide48.xml"/><Relationship Id="rId4" Type="http://schemas.openxmlformats.org/officeDocument/2006/relationships/slide" Target="/ppt/slides/slide49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slide" Target="/ppt/slides/slide47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slide" Target="/ppt/slides/slide50.xml"/><Relationship Id="rId4" Type="http://schemas.openxmlformats.org/officeDocument/2006/relationships/slide" Target="/ppt/slides/slide52.xml"/><Relationship Id="rId5" Type="http://schemas.openxmlformats.org/officeDocument/2006/relationships/slide" Target="/ppt/slides/slide51.xml"/><Relationship Id="rId6" Type="http://schemas.openxmlformats.org/officeDocument/2006/relationships/slide" Target="/ppt/slides/slide53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slide" Target="/ppt/slides/slide49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slide" Target="/ppt/slides/slide49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slide" Target="/ppt/slides/slide49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slide" Target="/ppt/slides/slide54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slide" Target="/ppt/slides/slide55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slide" Target="/ppt/slides/slide56.xml"/><Relationship Id="rId4" Type="http://schemas.openxmlformats.org/officeDocument/2006/relationships/slide" Target="/ppt/slides/slide58.xml"/><Relationship Id="rId5" Type="http://schemas.openxmlformats.org/officeDocument/2006/relationships/slide" Target="/ppt/slides/slide57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slide" Target="/ppt/slides/slide55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slide" Target="/ppt/slides/slide55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slide" Target="/ppt/slides/slide59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slide" Target="/ppt/slides/slide60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slide" Target="/ppt/slides/slide61.xml"/><Relationship Id="rId4" Type="http://schemas.openxmlformats.org/officeDocument/2006/relationships/slide" Target="/ppt/slides/slide62.xml"/><Relationship Id="rId5" Type="http://schemas.openxmlformats.org/officeDocument/2006/relationships/slide" Target="/ppt/slides/slide63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slide" Target="/ppt/slides/slide64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slide" Target="/ppt/slides/slide64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slide" Target="/ppt/slides/slide64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slide" Target="/ppt/slides/slide65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://drive.google.com/file/d/1vgq_OSKVB98ZLMdiBJIH6_IvfUGETFPL/view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525325" y="553350"/>
            <a:ext cx="37053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</a:rPr>
              <a:t>AN UNRELIABLE EXPERIENCE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964775" y="744575"/>
            <a:ext cx="4826400" cy="12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861150" y="1137075"/>
            <a:ext cx="4838700" cy="12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solidFill>
                  <a:schemeClr val="dk1"/>
                </a:solidFill>
              </a:rPr>
              <a:t>         THIS GAME</a:t>
            </a:r>
            <a:endParaRPr b="1" sz="3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solidFill>
                  <a:schemeClr val="dk1"/>
                </a:solidFill>
              </a:rPr>
              <a:t>           </a:t>
            </a:r>
            <a:r>
              <a:rPr b="1" lang="en-GB" sz="3500">
                <a:solidFill>
                  <a:srgbClr val="FF0000"/>
                </a:solidFill>
              </a:rPr>
              <a:t>HATES U</a:t>
            </a:r>
            <a:endParaRPr b="1" sz="3500">
              <a:solidFill>
                <a:srgbClr val="FF0000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580225" y="2942250"/>
            <a:ext cx="359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A PERFECTLY NORMAL. PROBABLY.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58" name="Google Shape;58;p13">
            <a:hlinkClick action="ppaction://hlinksldjump" r:id="rId3"/>
          </p:cNvPr>
          <p:cNvSpPr/>
          <p:nvPr/>
        </p:nvSpPr>
        <p:spPr>
          <a:xfrm>
            <a:off x="3232300" y="3381050"/>
            <a:ext cx="2096400" cy="5241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PLAY</a:t>
            </a:r>
            <a:endParaRPr b="1" sz="2000"/>
          </a:p>
        </p:txBody>
      </p:sp>
      <p:sp>
        <p:nvSpPr>
          <p:cNvPr id="59" name="Google Shape;59;p13"/>
          <p:cNvSpPr txBox="1"/>
          <p:nvPr/>
        </p:nvSpPr>
        <p:spPr>
          <a:xfrm>
            <a:off x="2427900" y="3953925"/>
            <a:ext cx="41685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</a:rPr>
              <a:t>⚠ DO NOT TRUST EVERYTHING YOU SEE 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1270025" y="797125"/>
            <a:ext cx="6581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FF0000"/>
                </a:solidFill>
              </a:rPr>
              <a:t>                    LOADING YOUR GAME…..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713850" y="1820925"/>
            <a:ext cx="60576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Please wait while we prepare your disappointment. 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976425" y="4262100"/>
            <a:ext cx="3168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LOADING:99%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67" name="Google Shape;67;p14">
            <a:hlinkClick action="ppaction://hlinksldjump" r:id="rId3"/>
          </p:cNvPr>
          <p:cNvSpPr/>
          <p:nvPr/>
        </p:nvSpPr>
        <p:spPr>
          <a:xfrm>
            <a:off x="2832150" y="3225600"/>
            <a:ext cx="3313200" cy="6216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 CONTINUE</a:t>
            </a:r>
            <a:endParaRPr b="1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2696075" y="492400"/>
            <a:ext cx="34614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0000"/>
                </a:solidFill>
              </a:rPr>
              <a:t> ⚠ FATAL ERROR </a:t>
            </a:r>
            <a:endParaRPr sz="3000">
              <a:solidFill>
                <a:srgbClr val="FF0000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464500" y="1516225"/>
            <a:ext cx="39489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Something went wrong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07150" y="2320675"/>
            <a:ext cx="8483100" cy="18891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404650" y="2454750"/>
            <a:ext cx="8227200" cy="21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ERROR CODE: 0xYOU 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CAUSE: USER DETECTED 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SOLUTION: NONE 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6" name="Google Shape;76;p15">
            <a:hlinkClick action="ppaction://hlinksldjump" r:id="rId3"/>
          </p:cNvPr>
          <p:cNvSpPr/>
          <p:nvPr/>
        </p:nvSpPr>
        <p:spPr>
          <a:xfrm>
            <a:off x="3463700" y="4453625"/>
            <a:ext cx="1804200" cy="4998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TRY TO FIX</a:t>
            </a:r>
            <a:endParaRPr b="1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2401950" y="251025"/>
            <a:ext cx="4023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dk1"/>
                </a:solidFill>
              </a:rPr>
              <a:t>ONE SIMPLE QUESTION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377350" y="878600"/>
            <a:ext cx="4073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DO YOU TRUST THIS GAME?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3" name="Google Shape;83;p16">
            <a:hlinkClick action="ppaction://hlinksldjump" r:id="rId3"/>
          </p:cNvPr>
          <p:cNvSpPr/>
          <p:nvPr/>
        </p:nvSpPr>
        <p:spPr>
          <a:xfrm>
            <a:off x="2105700" y="1540200"/>
            <a:ext cx="4560900" cy="540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         YES, I TRUST IT </a:t>
            </a:r>
            <a:endParaRPr/>
          </a:p>
        </p:txBody>
      </p:sp>
      <p:sp>
        <p:nvSpPr>
          <p:cNvPr id="84" name="Google Shape;84;p16">
            <a:hlinkClick action="ppaction://hlinksldjump" r:id="rId4"/>
          </p:cNvPr>
          <p:cNvSpPr/>
          <p:nvPr/>
        </p:nvSpPr>
        <p:spPr>
          <a:xfrm>
            <a:off x="2105033" y="2360400"/>
            <a:ext cx="4560900" cy="540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</a:rPr>
              <a:t>                   NO, I DON’T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2119925" y="3756750"/>
            <a:ext cx="45462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YOUR ANSWER WILL BE RESPECTED.*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       *Probably not.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/>
        </p:nvSpPr>
        <p:spPr>
          <a:xfrm>
            <a:off x="2134125" y="417725"/>
            <a:ext cx="44898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FF0000"/>
                </a:solidFill>
              </a:rPr>
              <a:t>     OH, YOU TRUST ME?</a:t>
            </a:r>
            <a:endParaRPr sz="2600">
              <a:solidFill>
                <a:srgbClr val="FF0000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1750500" y="1412325"/>
            <a:ext cx="54276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2"/>
                </a:solidFill>
              </a:rPr>
              <a:t>        </a:t>
            </a:r>
            <a:r>
              <a:rPr b="1" lang="en-GB" sz="2200">
                <a:solidFill>
                  <a:schemeClr val="lt2"/>
                </a:solidFill>
              </a:rPr>
              <a:t>That was your first mistake</a:t>
            </a:r>
            <a:endParaRPr b="1" sz="2200">
              <a:solidFill>
                <a:schemeClr val="lt2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816125" y="2293250"/>
            <a:ext cx="2997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I won’t forget this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93" name="Google Shape;93;p17">
            <a:hlinkClick action="ppaction://hlinksldjump" r:id="rId3"/>
          </p:cNvPr>
          <p:cNvSpPr/>
          <p:nvPr/>
        </p:nvSpPr>
        <p:spPr>
          <a:xfrm>
            <a:off x="2816125" y="3373125"/>
            <a:ext cx="2997900" cy="6678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</a:rPr>
              <a:t>CONTINUE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2048875" y="545600"/>
            <a:ext cx="45468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0000"/>
                </a:solidFill>
              </a:rPr>
              <a:t>     OH. A SMART ONE</a:t>
            </a:r>
            <a:endParaRPr b="1" sz="2800">
              <a:solidFill>
                <a:srgbClr val="FF0000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1636825" y="1554425"/>
            <a:ext cx="549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Good. At least one of us is thinking.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2112775" y="2648450"/>
            <a:ext cx="45468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Unfortunately, that changes nothing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01" name="Google Shape;101;p18">
            <a:hlinkClick action="ppaction://hlinksldjump" r:id="rId3"/>
          </p:cNvPr>
          <p:cNvSpPr/>
          <p:nvPr/>
        </p:nvSpPr>
        <p:spPr>
          <a:xfrm>
            <a:off x="2823325" y="3557850"/>
            <a:ext cx="2997900" cy="6678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</a:rPr>
              <a:t>CONTINUE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/>
        </p:nvSpPr>
        <p:spPr>
          <a:xfrm>
            <a:off x="2574600" y="375100"/>
            <a:ext cx="37368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0000"/>
                </a:solidFill>
              </a:rPr>
              <a:t>  WAIT A SECOND</a:t>
            </a:r>
            <a:endParaRPr b="1" sz="3000">
              <a:solidFill>
                <a:srgbClr val="FF0000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1892575" y="1284275"/>
            <a:ext cx="49731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dk1"/>
                </a:solidFill>
              </a:rPr>
              <a:t>          Why r u still playing?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1545550" y="557000"/>
            <a:ext cx="530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1206850" y="2225500"/>
            <a:ext cx="607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You were warned. Several times, actually.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10" name="Google Shape;110;p19">
            <a:hlinkClick action="ppaction://hlinksldjump" r:id="rId3"/>
          </p:cNvPr>
          <p:cNvSpPr/>
          <p:nvPr/>
        </p:nvSpPr>
        <p:spPr>
          <a:xfrm>
            <a:off x="2862800" y="2827675"/>
            <a:ext cx="2985600" cy="75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I WANT TO CONTINUE</a:t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2862800" y="4082200"/>
            <a:ext cx="29856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There is no other option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/>
        </p:nvSpPr>
        <p:spPr>
          <a:xfrm>
            <a:off x="2361000" y="356275"/>
            <a:ext cx="41274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0000"/>
                </a:solidFill>
              </a:rPr>
              <a:t>CONGRATULATIONS!!</a:t>
            </a:r>
            <a:endParaRPr b="1" sz="2800">
              <a:solidFill>
                <a:srgbClr val="FF0000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2310800" y="1171725"/>
            <a:ext cx="41274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You pressed the button.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2310800" y="1899325"/>
            <a:ext cx="3901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That was literally all you had to do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19" name="Google Shape;119;p20">
            <a:hlinkClick action="ppaction://hlinksldjump" r:id="rId3"/>
          </p:cNvPr>
          <p:cNvSpPr/>
          <p:nvPr/>
        </p:nvSpPr>
        <p:spPr>
          <a:xfrm>
            <a:off x="2862800" y="2827675"/>
            <a:ext cx="2985600" cy="75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</a:rPr>
              <a:t>   </a:t>
            </a:r>
            <a:r>
              <a:rPr b="1" lang="en-GB" sz="2800">
                <a:solidFill>
                  <a:schemeClr val="dk1"/>
                </a:solidFill>
              </a:rPr>
              <a:t>NEXT LEVEL</a:t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2925525" y="4094725"/>
            <a:ext cx="28854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Level not found.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/>
        </p:nvSpPr>
        <p:spPr>
          <a:xfrm>
            <a:off x="3176850" y="263900"/>
            <a:ext cx="236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           </a:t>
            </a:r>
            <a:r>
              <a:rPr b="1" lang="en-GB" sz="1500">
                <a:solidFill>
                  <a:schemeClr val="dk1"/>
                </a:solidFill>
              </a:rPr>
              <a:t>LEVEL 1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2671050" y="519788"/>
            <a:ext cx="33762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MOVE TO WIN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2939250" y="1181163"/>
            <a:ext cx="2839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Reach the finish line.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128" name="Google Shape;128;p21"/>
          <p:cNvCxnSpPr/>
          <p:nvPr/>
        </p:nvCxnSpPr>
        <p:spPr>
          <a:xfrm flipH="1" rot="10800000">
            <a:off x="-35250" y="1564850"/>
            <a:ext cx="9214500" cy="48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21"/>
          <p:cNvSpPr/>
          <p:nvPr/>
        </p:nvSpPr>
        <p:spPr>
          <a:xfrm>
            <a:off x="1525975" y="1918450"/>
            <a:ext cx="5862600" cy="4389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START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1525975" y="2869325"/>
            <a:ext cx="5862600" cy="4389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KEEP GOING…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4328725" y="2445625"/>
            <a:ext cx="257100" cy="335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/>
          <p:nvPr/>
        </p:nvSpPr>
        <p:spPr>
          <a:xfrm>
            <a:off x="1525975" y="3820200"/>
            <a:ext cx="5862600" cy="438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FINISH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4328725" y="3396500"/>
            <a:ext cx="257100" cy="335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 txBox="1"/>
          <p:nvPr/>
        </p:nvSpPr>
        <p:spPr>
          <a:xfrm>
            <a:off x="2104950" y="4259100"/>
            <a:ext cx="50703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</a:t>
            </a:r>
            <a:r>
              <a:rPr lang="en-GB" sz="1600">
                <a:solidFill>
                  <a:schemeClr val="lt2"/>
                </a:solidFill>
              </a:rPr>
              <a:t>Everything seems normal. For now.</a:t>
            </a:r>
            <a:r>
              <a:rPr lang="en-GB" sz="1800">
                <a:solidFill>
                  <a:schemeClr val="lt2"/>
                </a:solidFill>
              </a:rPr>
              <a:t> 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35" name="Google Shape;135;p21">
            <a:hlinkClick action="ppaction://hlinksldjump" r:id="rId3"/>
          </p:cNvPr>
          <p:cNvSpPr/>
          <p:nvPr/>
        </p:nvSpPr>
        <p:spPr>
          <a:xfrm>
            <a:off x="3768650" y="4691575"/>
            <a:ext cx="1353000" cy="438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LET’S GO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/>
        </p:nvSpPr>
        <p:spPr>
          <a:xfrm>
            <a:off x="3086100" y="504600"/>
            <a:ext cx="2718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FF0000"/>
                </a:solidFill>
              </a:rPr>
              <a:t>          </a:t>
            </a:r>
            <a:r>
              <a:rPr b="1" lang="en-GB" sz="3000">
                <a:solidFill>
                  <a:srgbClr val="FF0000"/>
                </a:solidFill>
              </a:rPr>
              <a:t>WAIT.</a:t>
            </a:r>
            <a:endParaRPr b="1" sz="3000">
              <a:solidFill>
                <a:srgbClr val="FF0000"/>
              </a:solidFill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2354800" y="1369975"/>
            <a:ext cx="4339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THAT’S NOT HOW THIS WORKS.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2525425" y="1382175"/>
            <a:ext cx="407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2318225" y="2052525"/>
            <a:ext cx="4497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You thought u could just press buttons?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3500500" y="2454650"/>
            <a:ext cx="2145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2"/>
                </a:solidFill>
              </a:rPr>
              <a:t>           CUTE.</a:t>
            </a:r>
            <a:endParaRPr b="1"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2"/>
                </a:solidFill>
              </a:rPr>
              <a:t> 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145" name="Google Shape;145;p22">
            <a:hlinkClick action="ppaction://hlinksldjump" r:id="rId3"/>
          </p:cNvPr>
          <p:cNvSpPr/>
          <p:nvPr/>
        </p:nvSpPr>
        <p:spPr>
          <a:xfrm>
            <a:off x="3080350" y="3393225"/>
            <a:ext cx="2985600" cy="75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</a:rPr>
              <a:t>    TRY AGAIN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/>
        </p:nvSpPr>
        <p:spPr>
          <a:xfrm>
            <a:off x="2401950" y="251025"/>
            <a:ext cx="4023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900">
                <a:solidFill>
                  <a:srgbClr val="FF0000"/>
                </a:solidFill>
              </a:rPr>
              <a:t>       YOU AGAIN?</a:t>
            </a:r>
            <a:endParaRPr b="1" sz="2900">
              <a:solidFill>
                <a:srgbClr val="FF0000"/>
              </a:solidFill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2377350" y="878600"/>
            <a:ext cx="4073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</a:t>
            </a:r>
            <a:r>
              <a:rPr b="1" lang="en-GB" sz="1800">
                <a:solidFill>
                  <a:schemeClr val="dk1"/>
                </a:solidFill>
              </a:rPr>
              <a:t>  I THOUGHT I TOLD U TO LEAVE.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52" name="Google Shape;152;p23">
            <a:hlinkClick action="ppaction://hlinksldjump" r:id="rId3"/>
          </p:cNvPr>
          <p:cNvSpPr/>
          <p:nvPr/>
        </p:nvSpPr>
        <p:spPr>
          <a:xfrm>
            <a:off x="2133450" y="3451425"/>
            <a:ext cx="4560900" cy="540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             EXIT GAME</a:t>
            </a:r>
            <a:r>
              <a:rPr lang="en-GB" sz="18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53" name="Google Shape;153;p23">
            <a:hlinkClick action="ppaction://hlinksldjump" r:id="rId4"/>
          </p:cNvPr>
          <p:cNvSpPr/>
          <p:nvPr/>
        </p:nvSpPr>
        <p:spPr>
          <a:xfrm>
            <a:off x="2133458" y="2656488"/>
            <a:ext cx="4560900" cy="540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</a:rPr>
              <a:t>                   </a:t>
            </a:r>
            <a:r>
              <a:rPr b="1" lang="en-GB" sz="2100">
                <a:solidFill>
                  <a:schemeClr val="dk1"/>
                </a:solidFill>
              </a:rPr>
              <a:t>CONTINUE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2629175" y="1617575"/>
            <a:ext cx="360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Fine. One last chance.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flipH="1" rot="10800000">
            <a:off x="-35250" y="2279413"/>
            <a:ext cx="9214500" cy="48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3"/>
          <p:cNvSpPr txBox="1"/>
          <p:nvPr/>
        </p:nvSpPr>
        <p:spPr>
          <a:xfrm>
            <a:off x="2189350" y="4415350"/>
            <a:ext cx="45609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Both buttons are probably a bad idea.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/>
        </p:nvSpPr>
        <p:spPr>
          <a:xfrm>
            <a:off x="2751350" y="346975"/>
            <a:ext cx="30789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FF00"/>
                </a:solidFill>
              </a:rPr>
              <a:t>GREAT NEWS!</a:t>
            </a:r>
            <a:endParaRPr sz="3000">
              <a:solidFill>
                <a:srgbClr val="00FF00"/>
              </a:solidFill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2262650" y="1092225"/>
            <a:ext cx="38241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YOU’RE DOING AMAZING!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1615125" y="1825275"/>
            <a:ext cx="52779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The game has decided to reward your patience. 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164" name="Google Shape;164;p24"/>
          <p:cNvCxnSpPr/>
          <p:nvPr/>
        </p:nvCxnSpPr>
        <p:spPr>
          <a:xfrm flipH="1" rot="10800000">
            <a:off x="2450" y="2413825"/>
            <a:ext cx="9141600" cy="834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4"/>
          <p:cNvSpPr txBox="1"/>
          <p:nvPr/>
        </p:nvSpPr>
        <p:spPr>
          <a:xfrm>
            <a:off x="2531425" y="2656050"/>
            <a:ext cx="30300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FF00"/>
                </a:solidFill>
              </a:rPr>
              <a:t>    LEVEL 1 COMPLETE</a:t>
            </a:r>
            <a:endParaRPr b="1" sz="1800">
              <a:solidFill>
                <a:srgbClr val="00FF00"/>
              </a:solidFill>
            </a:endParaRPr>
          </a:p>
        </p:txBody>
      </p:sp>
      <p:sp>
        <p:nvSpPr>
          <p:cNvPr id="166" name="Google Shape;166;p24">
            <a:hlinkClick action="ppaction://hlinksldjump" r:id="rId3"/>
          </p:cNvPr>
          <p:cNvSpPr/>
          <p:nvPr/>
        </p:nvSpPr>
        <p:spPr>
          <a:xfrm>
            <a:off x="1322775" y="3242375"/>
            <a:ext cx="5862600" cy="647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CLAIM </a:t>
            </a:r>
            <a:r>
              <a:rPr b="1" lang="en-GB" sz="2600">
                <a:solidFill>
                  <a:schemeClr val="dk1"/>
                </a:solidFill>
              </a:rPr>
              <a:t>YOUR</a:t>
            </a:r>
            <a:r>
              <a:rPr b="1" lang="en-GB" sz="2600">
                <a:solidFill>
                  <a:schemeClr val="dk1"/>
                </a:solidFill>
              </a:rPr>
              <a:t> REWARD</a:t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2091600" y="4317600"/>
            <a:ext cx="40683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Finally. Something good happened.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/>
        </p:nvSpPr>
        <p:spPr>
          <a:xfrm>
            <a:off x="2401950" y="251025"/>
            <a:ext cx="4023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900">
                <a:solidFill>
                  <a:srgbClr val="FF0000"/>
                </a:solidFill>
              </a:rPr>
              <a:t> LEAVING SO SOON?</a:t>
            </a:r>
            <a:endParaRPr b="1" sz="2900">
              <a:solidFill>
                <a:srgbClr val="FF0000"/>
              </a:solidFill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2377350" y="878600"/>
            <a:ext cx="4073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</a:t>
            </a:r>
            <a:r>
              <a:rPr b="1" lang="en-GB" sz="1800">
                <a:solidFill>
                  <a:schemeClr val="dk1"/>
                </a:solidFill>
              </a:rPr>
              <a:t>                 ARE U SURE?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74" name="Google Shape;174;p25">
            <a:hlinkClick action="ppaction://hlinksldjump" r:id="rId3"/>
          </p:cNvPr>
          <p:cNvSpPr/>
          <p:nvPr/>
        </p:nvSpPr>
        <p:spPr>
          <a:xfrm>
            <a:off x="2133450" y="3451425"/>
            <a:ext cx="4560900" cy="540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      YES, LET ME LEAVE </a:t>
            </a:r>
            <a:endParaRPr/>
          </a:p>
        </p:txBody>
      </p:sp>
      <p:sp>
        <p:nvSpPr>
          <p:cNvPr id="175" name="Google Shape;175;p25">
            <a:hlinkClick action="ppaction://hlinksldjump" r:id="rId4"/>
          </p:cNvPr>
          <p:cNvSpPr/>
          <p:nvPr/>
        </p:nvSpPr>
        <p:spPr>
          <a:xfrm>
            <a:off x="2133458" y="2656488"/>
            <a:ext cx="4560900" cy="540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</a:rPr>
              <a:t>             </a:t>
            </a:r>
            <a:r>
              <a:rPr b="1" lang="en-GB" sz="2100">
                <a:solidFill>
                  <a:schemeClr val="dk1"/>
                </a:solidFill>
              </a:rPr>
              <a:t>STAY IN THE GAME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2209475" y="1617575"/>
            <a:ext cx="4485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U made it this far. Don’t waste it now.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177" name="Google Shape;177;p25"/>
          <p:cNvCxnSpPr/>
          <p:nvPr/>
        </p:nvCxnSpPr>
        <p:spPr>
          <a:xfrm flipH="1" rot="10800000">
            <a:off x="-35250" y="2279413"/>
            <a:ext cx="9214500" cy="48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5"/>
          <p:cNvSpPr txBox="1"/>
          <p:nvPr/>
        </p:nvSpPr>
        <p:spPr>
          <a:xfrm>
            <a:off x="2133450" y="4415350"/>
            <a:ext cx="46167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</a:t>
            </a:r>
            <a:r>
              <a:rPr lang="en-GB" sz="1800">
                <a:solidFill>
                  <a:schemeClr val="lt2"/>
                </a:solidFill>
              </a:rPr>
              <a:t>Your choice is totally respected. Probably.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/>
        </p:nvSpPr>
        <p:spPr>
          <a:xfrm>
            <a:off x="3086100" y="504600"/>
            <a:ext cx="2718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FF0000"/>
                </a:solidFill>
              </a:rPr>
              <a:t>       NICE TRY.</a:t>
            </a:r>
            <a:endParaRPr b="1" sz="3000">
              <a:solidFill>
                <a:srgbClr val="FF0000"/>
              </a:solidFill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1500550" y="1382175"/>
            <a:ext cx="6047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</a:t>
            </a:r>
            <a:r>
              <a:rPr b="1" lang="en-GB" sz="2500">
                <a:solidFill>
                  <a:schemeClr val="dk1"/>
                </a:solidFill>
              </a:rPr>
              <a:t>YOU CAN'T ESCAPE THAT EASILY. 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2318225" y="2052525"/>
            <a:ext cx="4497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</a:t>
            </a:r>
            <a:r>
              <a:rPr lang="en-GB" sz="1800">
                <a:solidFill>
                  <a:schemeClr val="lt2"/>
                </a:solidFill>
              </a:rPr>
              <a:t>You clicked the exit button. 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2788000" y="2454650"/>
            <a:ext cx="3420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2"/>
                </a:solidFill>
              </a:rPr>
              <a:t>   </a:t>
            </a:r>
            <a:r>
              <a:rPr lang="en-GB" sz="1800">
                <a:solidFill>
                  <a:schemeClr val="lt2"/>
                </a:solidFill>
              </a:rPr>
              <a:t>I clicked absolutely nothing. 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2"/>
                </a:solidFill>
              </a:rPr>
              <a:t> </a:t>
            </a:r>
            <a:endParaRPr b="1" sz="1800">
              <a:solidFill>
                <a:schemeClr val="lt2"/>
              </a:solidFill>
            </a:endParaRPr>
          </a:p>
        </p:txBody>
      </p:sp>
      <p:cxnSp>
        <p:nvCxnSpPr>
          <p:cNvPr id="187" name="Google Shape;187;p26"/>
          <p:cNvCxnSpPr/>
          <p:nvPr/>
        </p:nvCxnSpPr>
        <p:spPr>
          <a:xfrm flipH="1" rot="10800000">
            <a:off x="2350" y="2882325"/>
            <a:ext cx="9141600" cy="834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6">
            <a:hlinkClick action="ppaction://hlinksldjump" r:id="rId3"/>
          </p:cNvPr>
          <p:cNvSpPr/>
          <p:nvPr/>
        </p:nvSpPr>
        <p:spPr>
          <a:xfrm>
            <a:off x="1593100" y="3181275"/>
            <a:ext cx="5862600" cy="647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FINE. I’LL PLAY.</a:t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1732750" y="4258600"/>
            <a:ext cx="55833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      The game is still running. 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>
            <a:hlinkClick action="ppaction://hlinksldjump" r:id="rId3"/>
          </p:cNvPr>
          <p:cNvSpPr/>
          <p:nvPr/>
        </p:nvSpPr>
        <p:spPr>
          <a:xfrm>
            <a:off x="2133450" y="3451425"/>
            <a:ext cx="4560900" cy="540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                </a:t>
            </a:r>
            <a:r>
              <a:rPr b="1" lang="en-GB" sz="2100">
                <a:solidFill>
                  <a:schemeClr val="dk1"/>
                </a:solidFill>
              </a:rPr>
              <a:t>OPTION B: STOP</a:t>
            </a:r>
            <a:endParaRPr b="1" sz="2100"/>
          </a:p>
        </p:txBody>
      </p:sp>
      <p:sp>
        <p:nvSpPr>
          <p:cNvPr id="195" name="Google Shape;195;p27">
            <a:hlinkClick action="ppaction://hlinksldjump" r:id="rId4"/>
          </p:cNvPr>
          <p:cNvSpPr/>
          <p:nvPr/>
        </p:nvSpPr>
        <p:spPr>
          <a:xfrm>
            <a:off x="2133458" y="2656488"/>
            <a:ext cx="4560900" cy="540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</a:rPr>
              <a:t>           </a:t>
            </a:r>
            <a:r>
              <a:rPr b="1" lang="en-GB" sz="2100">
                <a:solidFill>
                  <a:schemeClr val="dk1"/>
                </a:solidFill>
              </a:rPr>
              <a:t>OPTION A: CONTINUE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2171400" y="1361600"/>
            <a:ext cx="4485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Choose your own destiny.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197" name="Google Shape;197;p27"/>
          <p:cNvCxnSpPr/>
          <p:nvPr/>
        </p:nvCxnSpPr>
        <p:spPr>
          <a:xfrm flipH="1" rot="10800000">
            <a:off x="-35250" y="2279413"/>
            <a:ext cx="9214500" cy="48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7"/>
          <p:cNvSpPr txBox="1"/>
          <p:nvPr/>
        </p:nvSpPr>
        <p:spPr>
          <a:xfrm>
            <a:off x="2133450" y="4415350"/>
            <a:ext cx="46167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</a:t>
            </a:r>
            <a:r>
              <a:rPr lang="en-GB" sz="1800">
                <a:solidFill>
                  <a:schemeClr val="lt2"/>
                </a:solidFill>
              </a:rPr>
              <a:t>  </a:t>
            </a:r>
            <a:r>
              <a:rPr lang="en-GB" sz="1800">
                <a:solidFill>
                  <a:schemeClr val="lt2"/>
                </a:solidFill>
              </a:rPr>
              <a:t>Both options are equally suspicious. 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2293850" y="443650"/>
            <a:ext cx="40587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900">
                <a:solidFill>
                  <a:schemeClr val="dk1"/>
                </a:solidFill>
              </a:rPr>
              <a:t>     U R IN CONTROL.</a:t>
            </a:r>
            <a:endParaRPr b="1" sz="2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/>
        </p:nvSpPr>
        <p:spPr>
          <a:xfrm>
            <a:off x="2744825" y="-85550"/>
            <a:ext cx="3266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FF00"/>
                </a:solidFill>
              </a:rPr>
              <a:t>          </a:t>
            </a:r>
            <a:r>
              <a:rPr b="1" lang="en-GB" sz="1800">
                <a:solidFill>
                  <a:srgbClr val="FF0000"/>
                </a:solidFill>
              </a:rPr>
              <a:t>LEVEL 2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2056175" y="447100"/>
            <a:ext cx="44367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THE LOCKED ROOM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2440075" y="959513"/>
            <a:ext cx="371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U escaped the tutorial.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1794150" y="1386750"/>
            <a:ext cx="47901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Congrats. That was the easy part. 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208" name="Google Shape;208;p28"/>
          <p:cNvCxnSpPr/>
          <p:nvPr/>
        </p:nvCxnSpPr>
        <p:spPr>
          <a:xfrm flipH="1" rot="10800000">
            <a:off x="14625" y="1967125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8"/>
          <p:cNvSpPr txBox="1"/>
          <p:nvPr/>
        </p:nvSpPr>
        <p:spPr>
          <a:xfrm>
            <a:off x="2744825" y="2070588"/>
            <a:ext cx="3059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DOOR LOCKED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1477225" y="2564425"/>
            <a:ext cx="5643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ENTER THE 3-DIGIT CODE TO CONTINUE    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1611300" y="3078450"/>
            <a:ext cx="5326200" cy="936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				</a:t>
            </a:r>
            <a:r>
              <a:rPr lang="en-GB">
                <a:solidFill>
                  <a:schemeClr val="dk1"/>
                </a:solidFill>
              </a:rPr>
              <a:t>____ ____ ____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2" name="Google Shape;212;p28">
            <a:hlinkClick action="ppaction://hlinksldjump" r:id="rId3"/>
          </p:cNvPr>
          <p:cNvSpPr/>
          <p:nvPr/>
        </p:nvSpPr>
        <p:spPr>
          <a:xfrm>
            <a:off x="1611275" y="4169675"/>
            <a:ext cx="5326200" cy="5886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</a:t>
            </a:r>
            <a:r>
              <a:rPr b="1" lang="en-GB" sz="1600">
                <a:solidFill>
                  <a:schemeClr val="dk1"/>
                </a:solidFill>
              </a:rPr>
              <a:t>FIND THE CODE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1842875" y="4758350"/>
            <a:ext cx="5033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</a:rPr>
              <a:t>   Hint: The game has already told you the answer </a:t>
            </a:r>
            <a:endParaRPr sz="1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/>
        </p:nvSpPr>
        <p:spPr>
          <a:xfrm>
            <a:off x="2696075" y="53625"/>
            <a:ext cx="279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</a:rPr>
              <a:t>        ACCESS DENIED.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1879450" y="532125"/>
            <a:ext cx="5021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 THE LOCK NEEDS A 3-DIGIT CODE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2208525" y="1010625"/>
            <a:ext cx="42417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</a:rPr>
              <a:t>       Three clues. One answer. Think </a:t>
            </a:r>
            <a:r>
              <a:rPr lang="en-GB">
                <a:solidFill>
                  <a:schemeClr val="lt2"/>
                </a:solidFill>
              </a:rPr>
              <a:t>carefully</a:t>
            </a:r>
            <a:r>
              <a:rPr lang="en-GB">
                <a:solidFill>
                  <a:schemeClr val="lt2"/>
                </a:solidFill>
              </a:rPr>
              <a:t>.</a:t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>
            <a:off x="19650" y="2503500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9"/>
          <p:cNvSpPr txBox="1"/>
          <p:nvPr/>
        </p:nvSpPr>
        <p:spPr>
          <a:xfrm>
            <a:off x="197450" y="1577175"/>
            <a:ext cx="13041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</a:rPr>
              <a:t>CLUE 01</a:t>
            </a:r>
            <a:endParaRPr b="1" sz="1600">
              <a:solidFill>
                <a:srgbClr val="FF0000"/>
              </a:solidFill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197450" y="1979400"/>
            <a:ext cx="5752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The first digit is the number of letters in </a:t>
            </a:r>
            <a:r>
              <a:rPr b="1" lang="en-GB" sz="1800">
                <a:solidFill>
                  <a:srgbClr val="FF0000"/>
                </a:solidFill>
              </a:rPr>
              <a:t> HATES </a:t>
            </a:r>
            <a:r>
              <a:rPr b="1" lang="en-GB" sz="1800">
                <a:solidFill>
                  <a:schemeClr val="dk1"/>
                </a:solidFill>
              </a:rPr>
              <a:t>.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197460" y="2625300"/>
            <a:ext cx="13041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</a:rPr>
              <a:t>CLUE 02</a:t>
            </a:r>
            <a:endParaRPr b="1" sz="1600">
              <a:solidFill>
                <a:srgbClr val="FF0000"/>
              </a:solidFill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252348" y="3015300"/>
            <a:ext cx="392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The second digit is double 3.</a:t>
            </a:r>
            <a:endParaRPr b="1" sz="1800">
              <a:solidFill>
                <a:srgbClr val="FF0000"/>
              </a:solidFill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19650" y="3643150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9"/>
          <p:cNvSpPr txBox="1"/>
          <p:nvPr/>
        </p:nvSpPr>
        <p:spPr>
          <a:xfrm>
            <a:off x="197460" y="3758750"/>
            <a:ext cx="13041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</a:rPr>
              <a:t>CLUE 03</a:t>
            </a:r>
            <a:endParaRPr b="1" sz="1600">
              <a:solidFill>
                <a:srgbClr val="FF0000"/>
              </a:solidFill>
            </a:endParaRPr>
          </a:p>
        </p:txBody>
      </p:sp>
      <p:sp>
        <p:nvSpPr>
          <p:cNvPr id="228" name="Google Shape;228;p29"/>
          <p:cNvSpPr txBox="1"/>
          <p:nvPr/>
        </p:nvSpPr>
        <p:spPr>
          <a:xfrm>
            <a:off x="252350" y="4142550"/>
            <a:ext cx="5344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The final digit is the number of sides in a triangle.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29" name="Google Shape;229;p29">
            <a:hlinkClick action="ppaction://hlinksldjump" r:id="rId3"/>
          </p:cNvPr>
          <p:cNvSpPr/>
          <p:nvPr/>
        </p:nvSpPr>
        <p:spPr>
          <a:xfrm>
            <a:off x="5548150" y="4161125"/>
            <a:ext cx="3181200" cy="7680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I KNOW THE CODE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/>
        </p:nvSpPr>
        <p:spPr>
          <a:xfrm>
            <a:off x="2744825" y="212075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ENTER THE CODE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2281675" y="894625"/>
            <a:ext cx="3876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ONE CHANCE. THREE OPTIONS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2330425" y="1479675"/>
            <a:ext cx="387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2"/>
                </a:solidFill>
              </a:rPr>
              <a:t>  Choose carefully. The game remembers.</a:t>
            </a:r>
            <a:endParaRPr sz="1500">
              <a:solidFill>
                <a:schemeClr val="lt2"/>
              </a:solidFill>
            </a:endParaRPr>
          </a:p>
        </p:txBody>
      </p:sp>
      <p:cxnSp>
        <p:nvCxnSpPr>
          <p:cNvPr id="237" name="Google Shape;237;p30"/>
          <p:cNvCxnSpPr/>
          <p:nvPr/>
        </p:nvCxnSpPr>
        <p:spPr>
          <a:xfrm>
            <a:off x="19650" y="1979400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30">
            <a:hlinkClick action="ppaction://hlinksldjump" r:id="rId3"/>
          </p:cNvPr>
          <p:cNvSpPr/>
          <p:nvPr/>
        </p:nvSpPr>
        <p:spPr>
          <a:xfrm>
            <a:off x="1605325" y="2235225"/>
            <a:ext cx="5326200" cy="5886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       </a:t>
            </a:r>
            <a:r>
              <a:rPr b="1" lang="en-GB" sz="2200">
                <a:solidFill>
                  <a:schemeClr val="dk1"/>
                </a:solidFill>
              </a:rPr>
              <a:t>563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239" name="Google Shape;239;p30">
            <a:hlinkClick action="ppaction://hlinksldjump" r:id="rId4"/>
          </p:cNvPr>
          <p:cNvSpPr/>
          <p:nvPr/>
        </p:nvSpPr>
        <p:spPr>
          <a:xfrm>
            <a:off x="1605325" y="3021400"/>
            <a:ext cx="5326200" cy="5886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       </a:t>
            </a:r>
            <a:r>
              <a:rPr b="1" lang="en-GB" sz="2200">
                <a:solidFill>
                  <a:schemeClr val="dk1"/>
                </a:solidFill>
              </a:rPr>
              <a:t>536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240" name="Google Shape;240;p30">
            <a:hlinkClick action="ppaction://hlinksldjump" r:id="rId5"/>
          </p:cNvPr>
          <p:cNvSpPr/>
          <p:nvPr/>
        </p:nvSpPr>
        <p:spPr>
          <a:xfrm>
            <a:off x="1605325" y="3807575"/>
            <a:ext cx="5326200" cy="5886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       </a:t>
            </a:r>
            <a:r>
              <a:rPr b="1" lang="en-GB" sz="2200">
                <a:solidFill>
                  <a:schemeClr val="dk1"/>
                </a:solidFill>
              </a:rPr>
              <a:t>653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241" name="Google Shape;241;p30"/>
          <p:cNvSpPr txBox="1"/>
          <p:nvPr/>
        </p:nvSpPr>
        <p:spPr>
          <a:xfrm>
            <a:off x="1769725" y="4593750"/>
            <a:ext cx="5289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The correct answer isn’t always the obvious one.</a:t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/>
        </p:nvSpPr>
        <p:spPr>
          <a:xfrm>
            <a:off x="2744825" y="248650"/>
            <a:ext cx="32664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FF00"/>
                </a:solidFill>
              </a:rPr>
              <a:t>   </a:t>
            </a:r>
            <a:r>
              <a:rPr b="1" lang="en-GB" sz="2400">
                <a:solidFill>
                  <a:srgbClr val="FF0000"/>
                </a:solidFill>
              </a:rPr>
              <a:t>ACCESS DENIED</a:t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2159775" y="992125"/>
            <a:ext cx="44367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INCREDIBLE. U HAD ONE JOB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2464500" y="1650300"/>
            <a:ext cx="371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The code was literally in front of u.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249" name="Google Shape;249;p31"/>
          <p:cNvCxnSpPr/>
          <p:nvPr/>
        </p:nvCxnSpPr>
        <p:spPr>
          <a:xfrm flipH="1" rot="10800000">
            <a:off x="-35250" y="2131063"/>
            <a:ext cx="9214500" cy="48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31"/>
          <p:cNvSpPr txBox="1"/>
          <p:nvPr/>
        </p:nvSpPr>
        <p:spPr>
          <a:xfrm>
            <a:off x="2658450" y="2388900"/>
            <a:ext cx="335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LOCKDOWN INITIATED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251" name="Google Shape;251;p31">
            <a:hlinkClick action="ppaction://hlinksldjump" r:id="rId3"/>
          </p:cNvPr>
          <p:cNvSpPr/>
          <p:nvPr/>
        </p:nvSpPr>
        <p:spPr>
          <a:xfrm>
            <a:off x="1564525" y="3461300"/>
            <a:ext cx="5844300" cy="647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TRY AGAIN</a:t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252" name="Google Shape;252;p31"/>
          <p:cNvSpPr txBox="1"/>
          <p:nvPr/>
        </p:nvSpPr>
        <p:spPr>
          <a:xfrm>
            <a:off x="2098850" y="2916615"/>
            <a:ext cx="43755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Security level: unnecessarily dramatic</a:t>
            </a:r>
            <a:r>
              <a:rPr lang="en-GB" sz="1800">
                <a:solidFill>
                  <a:schemeClr val="lt2"/>
                </a:solidFill>
              </a:rPr>
              <a:t> 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53" name="Google Shape;253;p31"/>
          <p:cNvSpPr txBox="1"/>
          <p:nvPr/>
        </p:nvSpPr>
        <p:spPr>
          <a:xfrm>
            <a:off x="2458400" y="4202475"/>
            <a:ext cx="365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Even the door is </a:t>
            </a:r>
            <a:r>
              <a:rPr lang="en-GB" sz="1800">
                <a:solidFill>
                  <a:schemeClr val="lt2"/>
                </a:solidFill>
              </a:rPr>
              <a:t>disappointed</a:t>
            </a:r>
            <a:r>
              <a:rPr lang="en-GB" sz="1800">
                <a:solidFill>
                  <a:schemeClr val="lt2"/>
                </a:solidFill>
              </a:rPr>
              <a:t>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/>
        </p:nvSpPr>
        <p:spPr>
          <a:xfrm>
            <a:off x="2744825" y="248650"/>
            <a:ext cx="32664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FF00"/>
                </a:solidFill>
              </a:rPr>
              <a:t> ACCESS GRANTED</a:t>
            </a:r>
            <a:endParaRPr b="1" sz="2400">
              <a:solidFill>
                <a:srgbClr val="00FF00"/>
              </a:solidFill>
            </a:endParaRPr>
          </a:p>
        </p:txBody>
      </p:sp>
      <p:sp>
        <p:nvSpPr>
          <p:cNvPr id="259" name="Google Shape;259;p32"/>
          <p:cNvSpPr txBox="1"/>
          <p:nvPr/>
        </p:nvSpPr>
        <p:spPr>
          <a:xfrm>
            <a:off x="2159775" y="992125"/>
            <a:ext cx="44367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</a:t>
            </a:r>
            <a:r>
              <a:rPr b="1" lang="en-GB" sz="2000">
                <a:solidFill>
                  <a:schemeClr val="dk1"/>
                </a:solidFill>
              </a:rPr>
              <a:t> WAIT… U GOT IT RIGHT?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60" name="Google Shape;260;p32"/>
          <p:cNvSpPr txBox="1"/>
          <p:nvPr/>
        </p:nvSpPr>
        <p:spPr>
          <a:xfrm>
            <a:off x="2427800" y="1504025"/>
            <a:ext cx="371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</a:t>
            </a:r>
            <a:r>
              <a:rPr lang="en-GB" sz="1800">
                <a:solidFill>
                  <a:schemeClr val="lt2"/>
                </a:solidFill>
              </a:rPr>
              <a:t>The code was 563.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261" name="Google Shape;261;p32"/>
          <p:cNvCxnSpPr/>
          <p:nvPr/>
        </p:nvCxnSpPr>
        <p:spPr>
          <a:xfrm flipH="1" rot="10800000">
            <a:off x="-35250" y="2625300"/>
            <a:ext cx="9214500" cy="48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32"/>
          <p:cNvSpPr txBox="1"/>
          <p:nvPr/>
        </p:nvSpPr>
        <p:spPr>
          <a:xfrm>
            <a:off x="2701725" y="3027650"/>
            <a:ext cx="335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FF00"/>
                </a:solidFill>
              </a:rPr>
              <a:t>	DOOR UNLOCKED</a:t>
            </a:r>
            <a:endParaRPr b="1" sz="2000">
              <a:solidFill>
                <a:srgbClr val="00FF00"/>
              </a:solidFill>
            </a:endParaRPr>
          </a:p>
        </p:txBody>
      </p:sp>
      <p:sp>
        <p:nvSpPr>
          <p:cNvPr id="263" name="Google Shape;263;p32">
            <a:hlinkClick action="ppaction://hlinksldjump" r:id="rId3"/>
          </p:cNvPr>
          <p:cNvSpPr/>
          <p:nvPr/>
        </p:nvSpPr>
        <p:spPr>
          <a:xfrm>
            <a:off x="1571700" y="3746825"/>
            <a:ext cx="5844300" cy="647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</a:t>
            </a:r>
            <a:r>
              <a:rPr b="1" lang="en-GB" sz="2500">
                <a:solidFill>
                  <a:schemeClr val="dk1"/>
                </a:solidFill>
              </a:rPr>
              <a:t>   ENTER THE NEXT LEVEL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264" name="Google Shape;264;p32"/>
          <p:cNvSpPr txBox="1"/>
          <p:nvPr/>
        </p:nvSpPr>
        <p:spPr>
          <a:xfrm>
            <a:off x="1989150" y="1994650"/>
            <a:ext cx="5009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I genuinely </a:t>
            </a:r>
            <a:r>
              <a:rPr lang="en-GB" sz="1800">
                <a:solidFill>
                  <a:schemeClr val="lt2"/>
                </a:solidFill>
              </a:rPr>
              <a:t>thought</a:t>
            </a:r>
            <a:r>
              <a:rPr lang="en-GB" sz="1800">
                <a:solidFill>
                  <a:schemeClr val="lt2"/>
                </a:solidFill>
              </a:rPr>
              <a:t> u would mess that up. 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65" name="Google Shape;265;p32"/>
          <p:cNvSpPr txBox="1"/>
          <p:nvPr/>
        </p:nvSpPr>
        <p:spPr>
          <a:xfrm>
            <a:off x="2458400" y="4433725"/>
            <a:ext cx="365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</a:t>
            </a:r>
            <a:r>
              <a:rPr lang="en-GB" sz="1800">
                <a:solidFill>
                  <a:schemeClr val="lt2"/>
                </a:solidFill>
              </a:rPr>
              <a:t>Don't</a:t>
            </a:r>
            <a:r>
              <a:rPr lang="en-GB" sz="1800">
                <a:solidFill>
                  <a:schemeClr val="lt2"/>
                </a:solidFill>
              </a:rPr>
              <a:t> get comfortable.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/>
        </p:nvSpPr>
        <p:spPr>
          <a:xfrm>
            <a:off x="2744825" y="-85550"/>
            <a:ext cx="3266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FF00"/>
                </a:solidFill>
              </a:rPr>
              <a:t>          </a:t>
            </a:r>
            <a:r>
              <a:rPr b="1" lang="en-GB" sz="1800">
                <a:solidFill>
                  <a:srgbClr val="FF0000"/>
                </a:solidFill>
              </a:rPr>
              <a:t>LEVEL 3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71" name="Google Shape;271;p33"/>
          <p:cNvSpPr txBox="1"/>
          <p:nvPr/>
        </p:nvSpPr>
        <p:spPr>
          <a:xfrm>
            <a:off x="2056175" y="447100"/>
            <a:ext cx="44367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THE BUTTON TRAP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72" name="Google Shape;272;p33"/>
          <p:cNvSpPr txBox="1"/>
          <p:nvPr/>
        </p:nvSpPr>
        <p:spPr>
          <a:xfrm>
            <a:off x="2440075" y="959513"/>
            <a:ext cx="371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One button is safe.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73" name="Google Shape;273;p33"/>
          <p:cNvSpPr txBox="1"/>
          <p:nvPr/>
        </p:nvSpPr>
        <p:spPr>
          <a:xfrm>
            <a:off x="1794150" y="1386750"/>
            <a:ext cx="47901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The other three are… educational. 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274" name="Google Shape;274;p33"/>
          <p:cNvCxnSpPr/>
          <p:nvPr/>
        </p:nvCxnSpPr>
        <p:spPr>
          <a:xfrm flipH="1" rot="10800000">
            <a:off x="14625" y="1967125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33"/>
          <p:cNvSpPr txBox="1"/>
          <p:nvPr/>
        </p:nvSpPr>
        <p:spPr>
          <a:xfrm>
            <a:off x="2744825" y="2070588"/>
            <a:ext cx="3059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CHOOSE ONE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276" name="Google Shape;276;p33">
            <a:hlinkClick action="ppaction://hlinksldjump" r:id="rId3"/>
          </p:cNvPr>
          <p:cNvSpPr/>
          <p:nvPr/>
        </p:nvSpPr>
        <p:spPr>
          <a:xfrm>
            <a:off x="684975" y="2820450"/>
            <a:ext cx="2949600" cy="536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</a:rPr>
              <a:t>BUTTON A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277" name="Google Shape;277;p33">
            <a:hlinkClick action="ppaction://hlinksldjump" r:id="rId4"/>
          </p:cNvPr>
          <p:cNvSpPr/>
          <p:nvPr/>
        </p:nvSpPr>
        <p:spPr>
          <a:xfrm>
            <a:off x="684975" y="3741000"/>
            <a:ext cx="2949600" cy="5364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</a:rPr>
              <a:t>BUTTON C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278" name="Google Shape;278;p33">
            <a:hlinkClick action="ppaction://hlinksldjump" r:id="rId5"/>
          </p:cNvPr>
          <p:cNvSpPr/>
          <p:nvPr/>
        </p:nvSpPr>
        <p:spPr>
          <a:xfrm>
            <a:off x="5054550" y="3741000"/>
            <a:ext cx="2949600" cy="5364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</a:rPr>
              <a:t>BUTTON D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279" name="Google Shape;279;p33">
            <a:hlinkClick action="ppaction://hlinksldjump" r:id="rId6"/>
          </p:cNvPr>
          <p:cNvSpPr/>
          <p:nvPr/>
        </p:nvSpPr>
        <p:spPr>
          <a:xfrm>
            <a:off x="5054550" y="2820450"/>
            <a:ext cx="2949600" cy="5364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</a:rPr>
              <a:t>BUTTON B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280" name="Google Shape;280;p33"/>
          <p:cNvSpPr txBox="1"/>
          <p:nvPr/>
        </p:nvSpPr>
        <p:spPr>
          <a:xfrm>
            <a:off x="2379150" y="4502400"/>
            <a:ext cx="3863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HINT: The safe button is </a:t>
            </a:r>
            <a:r>
              <a:rPr lang="en-GB" sz="1800">
                <a:solidFill>
                  <a:schemeClr val="lt2"/>
                </a:solidFill>
              </a:rPr>
              <a:t>not</a:t>
            </a:r>
            <a:r>
              <a:rPr lang="en-GB" sz="1800">
                <a:solidFill>
                  <a:schemeClr val="lt2"/>
                </a:solidFill>
              </a:rPr>
              <a:t> red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/>
        </p:nvSpPr>
        <p:spPr>
          <a:xfrm>
            <a:off x="2744825" y="248650"/>
            <a:ext cx="32664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FF00"/>
                </a:solidFill>
              </a:rPr>
              <a:t>   </a:t>
            </a:r>
            <a:r>
              <a:rPr b="1" lang="en-GB" sz="2400">
                <a:solidFill>
                  <a:srgbClr val="FF0000"/>
                </a:solidFill>
              </a:rPr>
              <a:t>WRONG BUTTON</a:t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286" name="Google Shape;286;p34"/>
          <p:cNvSpPr txBox="1"/>
          <p:nvPr/>
        </p:nvSpPr>
        <p:spPr>
          <a:xfrm>
            <a:off x="2159775" y="992125"/>
            <a:ext cx="44367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THAT WAS A BOLD CHOICE.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87" name="Google Shape;287;p34"/>
          <p:cNvSpPr txBox="1"/>
          <p:nvPr/>
        </p:nvSpPr>
        <p:spPr>
          <a:xfrm>
            <a:off x="1842875" y="1650300"/>
            <a:ext cx="469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Unfortunately, boldness isn’t intelligence.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288" name="Google Shape;288;p34"/>
          <p:cNvCxnSpPr/>
          <p:nvPr/>
        </p:nvCxnSpPr>
        <p:spPr>
          <a:xfrm flipH="1" rot="10800000">
            <a:off x="-35250" y="2302438"/>
            <a:ext cx="9214500" cy="48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34"/>
          <p:cNvSpPr txBox="1"/>
          <p:nvPr/>
        </p:nvSpPr>
        <p:spPr>
          <a:xfrm>
            <a:off x="2512775" y="2555788"/>
            <a:ext cx="335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</a:rPr>
              <a:t>    </a:t>
            </a:r>
            <a:r>
              <a:rPr b="1" lang="en-GB" sz="2400">
                <a:solidFill>
                  <a:srgbClr val="FF0000"/>
                </a:solidFill>
              </a:rPr>
              <a:t>TRAP ACTIVATED</a:t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290" name="Google Shape;290;p34">
            <a:hlinkClick action="ppaction://hlinksldjump" r:id="rId3"/>
          </p:cNvPr>
          <p:cNvSpPr/>
          <p:nvPr/>
        </p:nvSpPr>
        <p:spPr>
          <a:xfrm>
            <a:off x="1564525" y="3461300"/>
            <a:ext cx="5844300" cy="647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  TRY AGAIN</a:t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291" name="Google Shape;291;p34"/>
          <p:cNvSpPr txBox="1"/>
          <p:nvPr/>
        </p:nvSpPr>
        <p:spPr>
          <a:xfrm>
            <a:off x="1800125" y="4385300"/>
            <a:ext cx="515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The game is enjoying this way too much.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/>
        </p:nvSpPr>
        <p:spPr>
          <a:xfrm>
            <a:off x="2744825" y="-85550"/>
            <a:ext cx="3266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FF00"/>
                </a:solidFill>
              </a:rPr>
              <a:t>          </a:t>
            </a:r>
            <a:r>
              <a:rPr b="1" lang="en-GB" sz="1800">
                <a:solidFill>
                  <a:srgbClr val="FF0000"/>
                </a:solidFill>
              </a:rPr>
              <a:t>LEVEL 3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97" name="Google Shape;297;p35"/>
          <p:cNvSpPr txBox="1"/>
          <p:nvPr/>
        </p:nvSpPr>
        <p:spPr>
          <a:xfrm>
            <a:off x="1873350" y="471475"/>
            <a:ext cx="44367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</a:t>
            </a:r>
            <a:r>
              <a:rPr b="1" lang="en-GB" sz="2000">
                <a:solidFill>
                  <a:srgbClr val="00FF00"/>
                </a:solidFill>
              </a:rPr>
              <a:t>SAFE BUTTON FOUND</a:t>
            </a:r>
            <a:endParaRPr b="1" sz="2000">
              <a:solidFill>
                <a:srgbClr val="00FF00"/>
              </a:solidFill>
            </a:endParaRPr>
          </a:p>
        </p:txBody>
      </p:sp>
      <p:sp>
        <p:nvSpPr>
          <p:cNvPr id="298" name="Google Shape;298;p35"/>
          <p:cNvSpPr txBox="1"/>
          <p:nvPr/>
        </p:nvSpPr>
        <p:spPr>
          <a:xfrm>
            <a:off x="1757600" y="940788"/>
            <a:ext cx="47901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       </a:t>
            </a:r>
            <a:r>
              <a:rPr b="1" lang="en-GB" sz="1800">
                <a:solidFill>
                  <a:schemeClr val="dk1"/>
                </a:solidFill>
              </a:rPr>
              <a:t>…. U got it??</a:t>
            </a:r>
            <a:r>
              <a:rPr lang="en-GB" sz="1800">
                <a:solidFill>
                  <a:schemeClr val="lt2"/>
                </a:solidFill>
              </a:rPr>
              <a:t> 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99" name="Google Shape;299;p35"/>
          <p:cNvSpPr txBox="1"/>
          <p:nvPr/>
        </p:nvSpPr>
        <p:spPr>
          <a:xfrm>
            <a:off x="2379150" y="1516225"/>
            <a:ext cx="35346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Button B was safe.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00" name="Google Shape;300;p35"/>
          <p:cNvSpPr txBox="1"/>
          <p:nvPr/>
        </p:nvSpPr>
        <p:spPr>
          <a:xfrm>
            <a:off x="1867250" y="2113475"/>
            <a:ext cx="4375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I was hoping you’d press the red one.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301" name="Google Shape;301;p35"/>
          <p:cNvCxnSpPr/>
          <p:nvPr/>
        </p:nvCxnSpPr>
        <p:spPr>
          <a:xfrm flipH="1" rot="10800000">
            <a:off x="13500" y="2498550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35"/>
          <p:cNvSpPr txBox="1"/>
          <p:nvPr/>
        </p:nvSpPr>
        <p:spPr>
          <a:xfrm>
            <a:off x="1672250" y="2820400"/>
            <a:ext cx="5204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FF00"/>
                </a:solidFill>
              </a:rPr>
              <a:t>          </a:t>
            </a:r>
            <a:r>
              <a:rPr b="1" lang="en-GB" sz="2600">
                <a:solidFill>
                  <a:srgbClr val="00FF00"/>
                </a:solidFill>
              </a:rPr>
              <a:t>LEVEL 3 COMPLETE</a:t>
            </a:r>
            <a:endParaRPr b="1" sz="2600">
              <a:solidFill>
                <a:srgbClr val="00FF00"/>
              </a:solidFill>
            </a:endParaRPr>
          </a:p>
        </p:txBody>
      </p:sp>
      <p:sp>
        <p:nvSpPr>
          <p:cNvPr id="303" name="Google Shape;303;p35">
            <a:hlinkClick action="ppaction://hlinksldjump" r:id="rId3"/>
          </p:cNvPr>
          <p:cNvSpPr/>
          <p:nvPr/>
        </p:nvSpPr>
        <p:spPr>
          <a:xfrm>
            <a:off x="1455875" y="3483350"/>
            <a:ext cx="5844300" cy="647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 CONTINUE</a:t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2141450" y="4342800"/>
            <a:ext cx="42660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Fine. U may have a functioning brain.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/>
          <p:cNvSpPr txBox="1"/>
          <p:nvPr/>
        </p:nvSpPr>
        <p:spPr>
          <a:xfrm>
            <a:off x="2952025" y="175525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LEVEL 4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310" name="Google Shape;310;p36"/>
          <p:cNvSpPr txBox="1"/>
          <p:nvPr/>
        </p:nvSpPr>
        <p:spPr>
          <a:xfrm>
            <a:off x="2696075" y="699625"/>
            <a:ext cx="32544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  THE MEMORY TEST</a:t>
            </a:r>
            <a:endParaRPr b="1" sz="2300">
              <a:solidFill>
                <a:schemeClr val="dk1"/>
              </a:solidFill>
            </a:endParaRPr>
          </a:p>
        </p:txBody>
      </p:sp>
      <p:cxnSp>
        <p:nvCxnSpPr>
          <p:cNvPr id="311" name="Google Shape;311;p36"/>
          <p:cNvCxnSpPr/>
          <p:nvPr/>
        </p:nvCxnSpPr>
        <p:spPr>
          <a:xfrm flipH="1" rot="10800000">
            <a:off x="13500" y="1272625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36"/>
          <p:cNvSpPr txBox="1"/>
          <p:nvPr/>
        </p:nvSpPr>
        <p:spPr>
          <a:xfrm>
            <a:off x="2720450" y="1638125"/>
            <a:ext cx="3254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Remember what u see.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13" name="Google Shape;313;p36"/>
          <p:cNvSpPr txBox="1"/>
          <p:nvPr/>
        </p:nvSpPr>
        <p:spPr>
          <a:xfrm>
            <a:off x="2366975" y="2284100"/>
            <a:ext cx="374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Forget one thing, and u r done.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14" name="Google Shape;314;p36">
            <a:hlinkClick action="ppaction://hlinksldjump" r:id="rId3"/>
          </p:cNvPr>
          <p:cNvSpPr/>
          <p:nvPr/>
        </p:nvSpPr>
        <p:spPr>
          <a:xfrm>
            <a:off x="1425500" y="3166450"/>
            <a:ext cx="5844300" cy="647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  START TEST</a:t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315" name="Google Shape;315;p36"/>
          <p:cNvSpPr txBox="1"/>
          <p:nvPr/>
        </p:nvSpPr>
        <p:spPr>
          <a:xfrm>
            <a:off x="2635125" y="4087975"/>
            <a:ext cx="365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Your memory is probably terrible.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/>
        </p:nvSpPr>
        <p:spPr>
          <a:xfrm>
            <a:off x="2952025" y="175525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LEVEL 4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321" name="Google Shape;321;p37"/>
          <p:cNvSpPr txBox="1"/>
          <p:nvPr/>
        </p:nvSpPr>
        <p:spPr>
          <a:xfrm>
            <a:off x="2610725" y="918975"/>
            <a:ext cx="32544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     REMEMBER THIS.</a:t>
            </a:r>
            <a:endParaRPr b="1" sz="2300">
              <a:solidFill>
                <a:schemeClr val="dk1"/>
              </a:solidFill>
            </a:endParaRPr>
          </a:p>
        </p:txBody>
      </p:sp>
      <p:cxnSp>
        <p:nvCxnSpPr>
          <p:cNvPr id="322" name="Google Shape;322;p37"/>
          <p:cNvCxnSpPr/>
          <p:nvPr/>
        </p:nvCxnSpPr>
        <p:spPr>
          <a:xfrm flipH="1" rot="10800000">
            <a:off x="14520" y="699625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37"/>
          <p:cNvSpPr txBox="1"/>
          <p:nvPr/>
        </p:nvSpPr>
        <p:spPr>
          <a:xfrm>
            <a:off x="2111025" y="1638125"/>
            <a:ext cx="43755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Memorise these four symbols in order.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24" name="Google Shape;324;p37"/>
          <p:cNvSpPr/>
          <p:nvPr/>
        </p:nvSpPr>
        <p:spPr>
          <a:xfrm>
            <a:off x="246325" y="2357225"/>
            <a:ext cx="2084100" cy="7923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7"/>
          <p:cNvSpPr/>
          <p:nvPr/>
        </p:nvSpPr>
        <p:spPr>
          <a:xfrm>
            <a:off x="2487900" y="2357225"/>
            <a:ext cx="2084100" cy="7923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7"/>
          <p:cNvSpPr/>
          <p:nvPr/>
        </p:nvSpPr>
        <p:spPr>
          <a:xfrm>
            <a:off x="4712813" y="2357225"/>
            <a:ext cx="2084100" cy="7923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7"/>
          <p:cNvSpPr/>
          <p:nvPr/>
        </p:nvSpPr>
        <p:spPr>
          <a:xfrm>
            <a:off x="6937725" y="2357225"/>
            <a:ext cx="2084100" cy="7923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7"/>
          <p:cNvSpPr/>
          <p:nvPr/>
        </p:nvSpPr>
        <p:spPr>
          <a:xfrm>
            <a:off x="1038444" y="2571750"/>
            <a:ext cx="511800" cy="3339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7"/>
          <p:cNvSpPr/>
          <p:nvPr/>
        </p:nvSpPr>
        <p:spPr>
          <a:xfrm>
            <a:off x="3268925" y="2552250"/>
            <a:ext cx="478200" cy="45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7"/>
          <p:cNvSpPr/>
          <p:nvPr/>
        </p:nvSpPr>
        <p:spPr>
          <a:xfrm>
            <a:off x="5468475" y="2552250"/>
            <a:ext cx="426525" cy="450900"/>
          </a:xfrm>
          <a:prstGeom prst="flowChartDecision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7"/>
          <p:cNvSpPr/>
          <p:nvPr/>
        </p:nvSpPr>
        <p:spPr>
          <a:xfrm>
            <a:off x="7727025" y="2552248"/>
            <a:ext cx="478200" cy="426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7"/>
          <p:cNvSpPr txBox="1"/>
          <p:nvPr/>
        </p:nvSpPr>
        <p:spPr>
          <a:xfrm>
            <a:off x="2487900" y="3381050"/>
            <a:ext cx="3998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U have one job. Don’t mess it up.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33" name="Google Shape;333;p37">
            <a:hlinkClick action="ppaction://hlinksldjump" r:id="rId3"/>
          </p:cNvPr>
          <p:cNvSpPr/>
          <p:nvPr/>
        </p:nvSpPr>
        <p:spPr>
          <a:xfrm>
            <a:off x="1565100" y="3905175"/>
            <a:ext cx="5844300" cy="647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  I’M READY</a:t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334" name="Google Shape;334;p37"/>
          <p:cNvSpPr txBox="1"/>
          <p:nvPr/>
        </p:nvSpPr>
        <p:spPr>
          <a:xfrm>
            <a:off x="2891075" y="4668125"/>
            <a:ext cx="3193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2"/>
                </a:solidFill>
              </a:rPr>
              <a:t>      Try not to forget in 0.2 sec.</a:t>
            </a:r>
            <a:endParaRPr sz="15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8"/>
          <p:cNvSpPr txBox="1"/>
          <p:nvPr/>
        </p:nvSpPr>
        <p:spPr>
          <a:xfrm>
            <a:off x="2964225" y="126778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  LEVEL 4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340" name="Google Shape;340;p38"/>
          <p:cNvSpPr txBox="1"/>
          <p:nvPr/>
        </p:nvSpPr>
        <p:spPr>
          <a:xfrm>
            <a:off x="2403550" y="711799"/>
            <a:ext cx="38028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WHAT WAS THE ORDER?</a:t>
            </a:r>
            <a:endParaRPr b="1" sz="2000">
              <a:solidFill>
                <a:schemeClr val="dk1"/>
              </a:solidFill>
            </a:endParaRPr>
          </a:p>
        </p:txBody>
      </p:sp>
      <p:cxnSp>
        <p:nvCxnSpPr>
          <p:cNvPr id="341" name="Google Shape;341;p38"/>
          <p:cNvCxnSpPr/>
          <p:nvPr/>
        </p:nvCxnSpPr>
        <p:spPr>
          <a:xfrm flipH="1" rot="10800000">
            <a:off x="14520" y="577741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8"/>
          <p:cNvSpPr txBox="1"/>
          <p:nvPr/>
        </p:nvSpPr>
        <p:spPr>
          <a:xfrm>
            <a:off x="2403550" y="1199300"/>
            <a:ext cx="37053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2"/>
                </a:solidFill>
              </a:rPr>
              <a:t>         Choose the sequence u saw earlier.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343" name="Google Shape;343;p38">
            <a:hlinkClick action="ppaction://hlinksldjump" r:id="rId3"/>
          </p:cNvPr>
          <p:cNvSpPr/>
          <p:nvPr/>
        </p:nvSpPr>
        <p:spPr>
          <a:xfrm>
            <a:off x="550925" y="1674675"/>
            <a:ext cx="7971300" cy="48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UcPeriod"/>
            </a:pPr>
            <a:r>
              <a:rPr lang="en-GB" sz="2000">
                <a:solidFill>
                  <a:schemeClr val="dk1"/>
                </a:solidFill>
              </a:rPr>
              <a:t>▲ ● ◆ ■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44" name="Google Shape;344;p38">
            <a:hlinkClick action="ppaction://hlinksldjump" r:id="rId4"/>
          </p:cNvPr>
          <p:cNvSpPr/>
          <p:nvPr/>
        </p:nvSpPr>
        <p:spPr>
          <a:xfrm>
            <a:off x="550925" y="2381496"/>
            <a:ext cx="7971300" cy="48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 B.    ● ▲ ■ ◆ 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45" name="Google Shape;345;p38">
            <a:hlinkClick action="ppaction://hlinksldjump" r:id="rId5"/>
          </p:cNvPr>
          <p:cNvSpPr/>
          <p:nvPr/>
        </p:nvSpPr>
        <p:spPr>
          <a:xfrm>
            <a:off x="550810" y="3053225"/>
            <a:ext cx="7971300" cy="48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                                             C.   ▲ ◆ ● ■  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46" name="Google Shape;346;p38">
            <a:hlinkClick action="ppaction://hlinksldjump" r:id="rId6"/>
          </p:cNvPr>
          <p:cNvSpPr/>
          <p:nvPr/>
        </p:nvSpPr>
        <p:spPr>
          <a:xfrm>
            <a:off x="587385" y="3734205"/>
            <a:ext cx="7971300" cy="48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                                             D.   ■ ● ◆ ▲   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47" name="Google Shape;347;p38"/>
          <p:cNvSpPr txBox="1"/>
          <p:nvPr/>
        </p:nvSpPr>
        <p:spPr>
          <a:xfrm>
            <a:off x="2391350" y="4538950"/>
            <a:ext cx="40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Surely u remember. Surely.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"/>
          <p:cNvSpPr txBox="1"/>
          <p:nvPr/>
        </p:nvSpPr>
        <p:spPr>
          <a:xfrm>
            <a:off x="2793575" y="175525"/>
            <a:ext cx="286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</a:t>
            </a:r>
            <a:r>
              <a:rPr b="1" lang="en-GB" sz="2300">
                <a:solidFill>
                  <a:srgbClr val="FF0000"/>
                </a:solidFill>
              </a:rPr>
              <a:t>INCORRECT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53" name="Google Shape;353;p39"/>
          <p:cNvSpPr txBox="1"/>
          <p:nvPr/>
        </p:nvSpPr>
        <p:spPr>
          <a:xfrm>
            <a:off x="1952575" y="699625"/>
            <a:ext cx="47778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YOUR MEMORY LASTED 3 SEC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354" name="Google Shape;354;p39"/>
          <p:cNvSpPr txBox="1"/>
          <p:nvPr/>
        </p:nvSpPr>
        <p:spPr>
          <a:xfrm>
            <a:off x="2714275" y="1408488"/>
            <a:ext cx="3254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</a:t>
            </a:r>
            <a:r>
              <a:rPr lang="en-GB" sz="1800">
                <a:solidFill>
                  <a:schemeClr val="lt2"/>
                </a:solidFill>
              </a:rPr>
              <a:t> Four symbols. One job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55" name="Google Shape;355;p39"/>
          <p:cNvSpPr txBox="1"/>
          <p:nvPr/>
        </p:nvSpPr>
        <p:spPr>
          <a:xfrm>
            <a:off x="2409585" y="2052520"/>
            <a:ext cx="374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And somehow, here we are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356" name="Google Shape;356;p39"/>
          <p:cNvCxnSpPr/>
          <p:nvPr/>
        </p:nvCxnSpPr>
        <p:spPr>
          <a:xfrm flipH="1" rot="10800000">
            <a:off x="13495" y="2543780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" name="Google Shape;357;p39"/>
          <p:cNvSpPr txBox="1"/>
          <p:nvPr/>
        </p:nvSpPr>
        <p:spPr>
          <a:xfrm>
            <a:off x="2714275" y="2817830"/>
            <a:ext cx="325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</a:t>
            </a:r>
            <a:r>
              <a:rPr b="1" lang="en-GB" sz="2300">
                <a:solidFill>
                  <a:srgbClr val="FF0000"/>
                </a:solidFill>
              </a:rPr>
              <a:t> MEMORY: 0/10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58" name="Google Shape;358;p39">
            <a:hlinkClick action="ppaction://hlinksldjump" r:id="rId3"/>
          </p:cNvPr>
          <p:cNvSpPr/>
          <p:nvPr/>
        </p:nvSpPr>
        <p:spPr>
          <a:xfrm>
            <a:off x="1437675" y="3522250"/>
            <a:ext cx="5844300" cy="647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   TRY AGAIN</a:t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359" name="Google Shape;359;p39"/>
          <p:cNvSpPr txBox="1"/>
          <p:nvPr/>
        </p:nvSpPr>
        <p:spPr>
          <a:xfrm>
            <a:off x="2793575" y="4429250"/>
            <a:ext cx="33639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The symbols are judging you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"/>
          <p:cNvSpPr txBox="1"/>
          <p:nvPr/>
        </p:nvSpPr>
        <p:spPr>
          <a:xfrm>
            <a:off x="2793575" y="145275"/>
            <a:ext cx="286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FF0000"/>
                </a:solidFill>
              </a:rPr>
              <a:t>        </a:t>
            </a:r>
            <a:r>
              <a:rPr b="1" lang="en-GB" sz="2500">
                <a:solidFill>
                  <a:srgbClr val="00FF00"/>
                </a:solidFill>
              </a:rPr>
              <a:t>CORRECT?!</a:t>
            </a:r>
            <a:endParaRPr b="1" sz="2500">
              <a:solidFill>
                <a:srgbClr val="00FF00"/>
              </a:solidFill>
            </a:endParaRPr>
          </a:p>
        </p:txBody>
      </p:sp>
      <p:sp>
        <p:nvSpPr>
          <p:cNvPr id="365" name="Google Shape;365;p40"/>
          <p:cNvSpPr txBox="1"/>
          <p:nvPr/>
        </p:nvSpPr>
        <p:spPr>
          <a:xfrm>
            <a:off x="1525975" y="699625"/>
            <a:ext cx="71169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    WAIT, U ACTUALLY REMEMBERED? </a:t>
            </a:r>
            <a:r>
              <a:rPr lang="en-GB" sz="900">
                <a:solidFill>
                  <a:schemeClr val="lt2"/>
                </a:solidFill>
              </a:rPr>
              <a:t>( A coincidence probably.)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366" name="Google Shape;366;p40"/>
          <p:cNvSpPr txBox="1"/>
          <p:nvPr/>
        </p:nvSpPr>
        <p:spPr>
          <a:xfrm>
            <a:off x="2104856" y="1371922"/>
            <a:ext cx="3254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2"/>
                </a:solidFill>
              </a:rPr>
              <a:t>                 </a:t>
            </a:r>
            <a:r>
              <a:rPr lang="en-GB" sz="2400">
                <a:solidFill>
                  <a:schemeClr val="lt2"/>
                </a:solidFill>
              </a:rPr>
              <a:t>▲ ● ◆ ■ </a:t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367" name="Google Shape;367;p40"/>
          <p:cNvSpPr txBox="1"/>
          <p:nvPr/>
        </p:nvSpPr>
        <p:spPr>
          <a:xfrm>
            <a:off x="2409575" y="2052525"/>
            <a:ext cx="3747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Four symbols. Perfect order. </a:t>
            </a:r>
            <a:endParaRPr sz="900">
              <a:solidFill>
                <a:schemeClr val="lt2"/>
              </a:solidFill>
            </a:endParaRPr>
          </a:p>
        </p:txBody>
      </p:sp>
      <p:cxnSp>
        <p:nvCxnSpPr>
          <p:cNvPr id="368" name="Google Shape;368;p40"/>
          <p:cNvCxnSpPr/>
          <p:nvPr/>
        </p:nvCxnSpPr>
        <p:spPr>
          <a:xfrm flipH="1" rot="10800000">
            <a:off x="13495" y="2543780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40"/>
          <p:cNvSpPr txBox="1"/>
          <p:nvPr/>
        </p:nvSpPr>
        <p:spPr>
          <a:xfrm>
            <a:off x="2714275" y="2817830"/>
            <a:ext cx="325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FF00"/>
                </a:solidFill>
              </a:rPr>
              <a:t>       </a:t>
            </a:r>
            <a:r>
              <a:rPr b="1" lang="en-GB" sz="2300">
                <a:solidFill>
                  <a:srgbClr val="00FF00"/>
                </a:solidFill>
              </a:rPr>
              <a:t> MEMORY: 10/10</a:t>
            </a:r>
            <a:endParaRPr b="1" sz="2300">
              <a:solidFill>
                <a:srgbClr val="00FF00"/>
              </a:solidFill>
            </a:endParaRPr>
          </a:p>
        </p:txBody>
      </p:sp>
      <p:sp>
        <p:nvSpPr>
          <p:cNvPr id="370" name="Google Shape;370;p40"/>
          <p:cNvSpPr txBox="1"/>
          <p:nvPr/>
        </p:nvSpPr>
        <p:spPr>
          <a:xfrm>
            <a:off x="2793575" y="4429250"/>
            <a:ext cx="33639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I didn’t expect that.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71" name="Google Shape;371;p40">
            <a:hlinkClick action="ppaction://hlinksldjump" r:id="rId3"/>
          </p:cNvPr>
          <p:cNvSpPr/>
          <p:nvPr/>
        </p:nvSpPr>
        <p:spPr>
          <a:xfrm>
            <a:off x="1455875" y="3483350"/>
            <a:ext cx="5844300" cy="647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   </a:t>
            </a:r>
            <a:r>
              <a:rPr b="1" lang="en-GB" sz="2600">
                <a:solidFill>
                  <a:schemeClr val="dk1"/>
                </a:solidFill>
              </a:rPr>
              <a:t>CONTINUE</a:t>
            </a:r>
            <a:endParaRPr b="1"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"/>
          <p:cNvSpPr txBox="1"/>
          <p:nvPr/>
        </p:nvSpPr>
        <p:spPr>
          <a:xfrm>
            <a:off x="1087200" y="175525"/>
            <a:ext cx="737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00FF00"/>
                </a:solidFill>
              </a:rPr>
              <a:t>                  LEVEL 4 COMPLETE</a:t>
            </a:r>
            <a:endParaRPr b="1" sz="2500">
              <a:solidFill>
                <a:srgbClr val="00FF00"/>
              </a:solidFill>
            </a:endParaRPr>
          </a:p>
        </p:txBody>
      </p:sp>
      <p:sp>
        <p:nvSpPr>
          <p:cNvPr id="377" name="Google Shape;377;p41"/>
          <p:cNvSpPr txBox="1"/>
          <p:nvPr/>
        </p:nvSpPr>
        <p:spPr>
          <a:xfrm>
            <a:off x="1525975" y="833693"/>
            <a:ext cx="63867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    YOU HAVE A PRETTY GOOD MEMORY.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378" name="Google Shape;378;p41"/>
          <p:cNvSpPr txBox="1"/>
          <p:nvPr/>
        </p:nvSpPr>
        <p:spPr>
          <a:xfrm>
            <a:off x="2720450" y="1516241"/>
            <a:ext cx="3254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Tbh, that was unexpected.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79" name="Google Shape;379;p41"/>
          <p:cNvSpPr txBox="1"/>
          <p:nvPr/>
        </p:nvSpPr>
        <p:spPr>
          <a:xfrm>
            <a:off x="2671775" y="2162216"/>
            <a:ext cx="374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Achievement unlocked: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80" name="Google Shape;380;p41">
            <a:hlinkClick action="ppaction://hlinksldjump" r:id="rId3"/>
          </p:cNvPr>
          <p:cNvSpPr/>
          <p:nvPr/>
        </p:nvSpPr>
        <p:spPr>
          <a:xfrm>
            <a:off x="1425500" y="3373653"/>
            <a:ext cx="5844300" cy="647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  NEXT LEVEL</a:t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381" name="Google Shape;381;p41"/>
          <p:cNvSpPr txBox="1"/>
          <p:nvPr/>
        </p:nvSpPr>
        <p:spPr>
          <a:xfrm>
            <a:off x="2635125" y="4258612"/>
            <a:ext cx="365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The next level will be worse.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382" name="Google Shape;382;p41"/>
          <p:cNvCxnSpPr/>
          <p:nvPr/>
        </p:nvCxnSpPr>
        <p:spPr>
          <a:xfrm flipH="1" rot="10800000">
            <a:off x="13495" y="1976885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41"/>
          <p:cNvSpPr txBox="1"/>
          <p:nvPr/>
        </p:nvSpPr>
        <p:spPr>
          <a:xfrm>
            <a:off x="2013525" y="2625391"/>
            <a:ext cx="474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FF00"/>
                </a:solidFill>
              </a:rPr>
              <a:t>    NOT COMPLETELY USELESS</a:t>
            </a:r>
            <a:endParaRPr b="1" sz="23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/>
        </p:nvSpPr>
        <p:spPr>
          <a:xfrm>
            <a:off x="2952025" y="175525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LEVEL 5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389" name="Google Shape;389;p42"/>
          <p:cNvSpPr txBox="1"/>
          <p:nvPr/>
        </p:nvSpPr>
        <p:spPr>
          <a:xfrm>
            <a:off x="2635125" y="699625"/>
            <a:ext cx="33153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  THE GAME IS LYING.</a:t>
            </a:r>
            <a:endParaRPr b="1" sz="2300">
              <a:solidFill>
                <a:schemeClr val="dk1"/>
              </a:solidFill>
            </a:endParaRPr>
          </a:p>
        </p:txBody>
      </p:sp>
      <p:cxnSp>
        <p:nvCxnSpPr>
          <p:cNvPr id="390" name="Google Shape;390;p42"/>
          <p:cNvCxnSpPr/>
          <p:nvPr/>
        </p:nvCxnSpPr>
        <p:spPr>
          <a:xfrm flipH="1" rot="10800000">
            <a:off x="13500" y="1272625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42"/>
          <p:cNvSpPr txBox="1"/>
          <p:nvPr/>
        </p:nvSpPr>
        <p:spPr>
          <a:xfrm>
            <a:off x="2428100" y="1491925"/>
            <a:ext cx="38391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One of these buttons will let u win.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92" name="Google Shape;392;p42"/>
          <p:cNvSpPr txBox="1"/>
          <p:nvPr/>
        </p:nvSpPr>
        <p:spPr>
          <a:xfrm>
            <a:off x="1513801" y="2040332"/>
            <a:ext cx="584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The other buttons are completely safe.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93" name="Google Shape;393;p42">
            <a:hlinkClick action="ppaction://hlinksldjump" r:id="rId3"/>
          </p:cNvPr>
          <p:cNvSpPr/>
          <p:nvPr/>
        </p:nvSpPr>
        <p:spPr>
          <a:xfrm>
            <a:off x="1425500" y="3251769"/>
            <a:ext cx="5844300" cy="647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</a:t>
            </a:r>
            <a:r>
              <a:rPr b="1" lang="en-GB" sz="2400">
                <a:solidFill>
                  <a:schemeClr val="dk1"/>
                </a:solidFill>
              </a:rPr>
              <a:t>    I UNDERSTAND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394" name="Google Shape;394;p42"/>
          <p:cNvSpPr txBox="1"/>
          <p:nvPr/>
        </p:nvSpPr>
        <p:spPr>
          <a:xfrm>
            <a:off x="185275" y="4087975"/>
            <a:ext cx="842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               Understanding is not the same as intelligence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95" name="Google Shape;395;p42"/>
          <p:cNvSpPr txBox="1"/>
          <p:nvPr/>
        </p:nvSpPr>
        <p:spPr>
          <a:xfrm>
            <a:off x="2379175" y="2576625"/>
            <a:ext cx="470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 DO NOT TRUST THE RED BUTTON.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/>
        </p:nvSpPr>
        <p:spPr>
          <a:xfrm>
            <a:off x="2976402" y="65830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LEVEL 5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401" name="Google Shape;401;p43"/>
          <p:cNvSpPr txBox="1"/>
          <p:nvPr/>
        </p:nvSpPr>
        <p:spPr>
          <a:xfrm>
            <a:off x="2635125" y="699625"/>
            <a:ext cx="33153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 </a:t>
            </a:r>
            <a:r>
              <a:rPr b="1" lang="en-GB" sz="2300">
                <a:solidFill>
                  <a:schemeClr val="dk1"/>
                </a:solidFill>
              </a:rPr>
              <a:t>  CHOOSE  WISELY</a:t>
            </a:r>
            <a:endParaRPr b="1" sz="2300">
              <a:solidFill>
                <a:schemeClr val="dk1"/>
              </a:solidFill>
            </a:endParaRPr>
          </a:p>
        </p:txBody>
      </p:sp>
      <p:cxnSp>
        <p:nvCxnSpPr>
          <p:cNvPr id="402" name="Google Shape;402;p43"/>
          <p:cNvCxnSpPr/>
          <p:nvPr/>
        </p:nvCxnSpPr>
        <p:spPr>
          <a:xfrm flipH="1" rot="10800000">
            <a:off x="86625" y="1888025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43"/>
          <p:cNvSpPr txBox="1"/>
          <p:nvPr/>
        </p:nvSpPr>
        <p:spPr>
          <a:xfrm>
            <a:off x="2428100" y="1354875"/>
            <a:ext cx="38391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Only one button lets u pass.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404" name="Google Shape;404;p43">
            <a:hlinkClick action="ppaction://hlinksldjump" r:id="rId3"/>
          </p:cNvPr>
          <p:cNvSpPr/>
          <p:nvPr/>
        </p:nvSpPr>
        <p:spPr>
          <a:xfrm>
            <a:off x="1270025" y="2210975"/>
            <a:ext cx="6240600" cy="63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lphaUcPeriod"/>
            </a:pPr>
            <a:r>
              <a:rPr b="1" lang="en-GB" sz="2200">
                <a:solidFill>
                  <a:schemeClr val="dk1"/>
                </a:solidFill>
              </a:rPr>
              <a:t>DEFINITELY SAFE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405" name="Google Shape;405;p43">
            <a:hlinkClick action="ppaction://hlinksldjump" r:id="rId4"/>
          </p:cNvPr>
          <p:cNvSpPr/>
          <p:nvPr/>
        </p:nvSpPr>
        <p:spPr>
          <a:xfrm>
            <a:off x="1282213" y="3094625"/>
            <a:ext cx="62406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B. THE RED BUTTON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406" name="Google Shape;406;p43">
            <a:hlinkClick action="ppaction://hlinksldjump" r:id="rId5"/>
          </p:cNvPr>
          <p:cNvSpPr/>
          <p:nvPr/>
        </p:nvSpPr>
        <p:spPr>
          <a:xfrm>
            <a:off x="1282225" y="3911300"/>
            <a:ext cx="6240600" cy="63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C. PRESS ME, COWARD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407" name="Google Shape;407;p43"/>
          <p:cNvSpPr txBox="1"/>
          <p:nvPr/>
        </p:nvSpPr>
        <p:spPr>
          <a:xfrm>
            <a:off x="2293851" y="4624283"/>
            <a:ext cx="48996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The game promises it isn’t lying. Again.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4"/>
          <p:cNvSpPr txBox="1"/>
          <p:nvPr/>
        </p:nvSpPr>
        <p:spPr>
          <a:xfrm>
            <a:off x="2976402" y="65830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LEVEL 5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413" name="Google Shape;413;p44"/>
          <p:cNvSpPr txBox="1"/>
          <p:nvPr/>
        </p:nvSpPr>
        <p:spPr>
          <a:xfrm>
            <a:off x="2610748" y="650871"/>
            <a:ext cx="33153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     </a:t>
            </a:r>
            <a:r>
              <a:rPr b="1" lang="en-GB" sz="2600">
                <a:solidFill>
                  <a:schemeClr val="dk1"/>
                </a:solidFill>
              </a:rPr>
              <a:t> </a:t>
            </a:r>
            <a:r>
              <a:rPr b="1" lang="en-GB" sz="2600">
                <a:solidFill>
                  <a:srgbClr val="FF0000"/>
                </a:solidFill>
              </a:rPr>
              <a:t>INCREDIBLE.</a:t>
            </a:r>
            <a:endParaRPr b="1" sz="2600">
              <a:solidFill>
                <a:srgbClr val="FF0000"/>
              </a:solidFill>
            </a:endParaRPr>
          </a:p>
        </p:txBody>
      </p:sp>
      <p:cxnSp>
        <p:nvCxnSpPr>
          <p:cNvPr id="414" name="Google Shape;414;p44"/>
          <p:cNvCxnSpPr/>
          <p:nvPr/>
        </p:nvCxnSpPr>
        <p:spPr>
          <a:xfrm flipH="1" rot="10800000">
            <a:off x="1328" y="2448695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44"/>
          <p:cNvSpPr txBox="1"/>
          <p:nvPr/>
        </p:nvSpPr>
        <p:spPr>
          <a:xfrm>
            <a:off x="1684425" y="1354875"/>
            <a:ext cx="51435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</a:t>
            </a:r>
            <a:r>
              <a:rPr b="1" lang="en-GB" sz="2000">
                <a:solidFill>
                  <a:schemeClr val="dk1"/>
                </a:solidFill>
              </a:rPr>
              <a:t>U PICKED “DEFINITELY SAFE.”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416" name="Google Shape;416;p44"/>
          <p:cNvSpPr/>
          <p:nvPr/>
        </p:nvSpPr>
        <p:spPr>
          <a:xfrm>
            <a:off x="1294263" y="3661350"/>
            <a:ext cx="62406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   GO BACK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417" name="Google Shape;417;p44"/>
          <p:cNvSpPr txBox="1"/>
          <p:nvPr/>
        </p:nvSpPr>
        <p:spPr>
          <a:xfrm>
            <a:off x="2391372" y="1967218"/>
            <a:ext cx="404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That’s exactly what a trap would say.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418" name="Google Shape;418;p44"/>
          <p:cNvSpPr txBox="1"/>
          <p:nvPr/>
        </p:nvSpPr>
        <p:spPr>
          <a:xfrm>
            <a:off x="2562006" y="2564441"/>
            <a:ext cx="331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TRUST LEVEL: 0%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419" name="Google Shape;419;p44"/>
          <p:cNvSpPr txBox="1"/>
          <p:nvPr/>
        </p:nvSpPr>
        <p:spPr>
          <a:xfrm>
            <a:off x="1818502" y="3112905"/>
            <a:ext cx="5033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U trusted a button with a marketing team.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420" name="Google Shape;420;p44"/>
          <p:cNvSpPr txBox="1"/>
          <p:nvPr/>
        </p:nvSpPr>
        <p:spPr>
          <a:xfrm>
            <a:off x="2415731" y="4490208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Maybe think before clicking next time.</a:t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"/>
          <p:cNvSpPr txBox="1"/>
          <p:nvPr/>
        </p:nvSpPr>
        <p:spPr>
          <a:xfrm>
            <a:off x="2976402" y="65830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LEVEL 5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426" name="Google Shape;426;p45"/>
          <p:cNvSpPr txBox="1"/>
          <p:nvPr/>
        </p:nvSpPr>
        <p:spPr>
          <a:xfrm>
            <a:off x="1465050" y="626498"/>
            <a:ext cx="55335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           </a:t>
            </a:r>
            <a:r>
              <a:rPr b="1" lang="en-GB" sz="2600">
                <a:solidFill>
                  <a:schemeClr val="dk1"/>
                </a:solidFill>
              </a:rPr>
              <a:t>  </a:t>
            </a:r>
            <a:r>
              <a:rPr b="1" lang="en-GB" sz="2600">
                <a:solidFill>
                  <a:srgbClr val="FF0000"/>
                </a:solidFill>
              </a:rPr>
              <a:t>WOW, U PRESSED IT.</a:t>
            </a:r>
            <a:endParaRPr b="1" sz="2600">
              <a:solidFill>
                <a:srgbClr val="FF0000"/>
              </a:solidFill>
            </a:endParaRPr>
          </a:p>
        </p:txBody>
      </p:sp>
      <p:cxnSp>
        <p:nvCxnSpPr>
          <p:cNvPr id="427" name="Google Shape;427;p45"/>
          <p:cNvCxnSpPr/>
          <p:nvPr/>
        </p:nvCxnSpPr>
        <p:spPr>
          <a:xfrm flipH="1" rot="10800000">
            <a:off x="1334" y="3259170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45"/>
          <p:cNvSpPr txBox="1"/>
          <p:nvPr/>
        </p:nvSpPr>
        <p:spPr>
          <a:xfrm>
            <a:off x="1684425" y="1354875"/>
            <a:ext cx="51435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</a:t>
            </a:r>
            <a:r>
              <a:rPr b="1" lang="en-GB" sz="2000">
                <a:solidFill>
                  <a:schemeClr val="dk1"/>
                </a:solidFill>
              </a:rPr>
              <a:t>      I LITERALLY WARNED U.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429" name="Google Shape;429;p45"/>
          <p:cNvSpPr/>
          <p:nvPr/>
        </p:nvSpPr>
        <p:spPr>
          <a:xfrm>
            <a:off x="1294263" y="3929567"/>
            <a:ext cx="62406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UNDO MY DECISION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430" name="Google Shape;430;p45"/>
          <p:cNvSpPr txBox="1"/>
          <p:nvPr/>
        </p:nvSpPr>
        <p:spPr>
          <a:xfrm>
            <a:off x="2391372" y="1967218"/>
            <a:ext cx="404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</a:t>
            </a:r>
            <a:r>
              <a:rPr lang="en-GB" sz="1800">
                <a:solidFill>
                  <a:schemeClr val="lt2"/>
                </a:solidFill>
              </a:rPr>
              <a:t>The button was red.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431" name="Google Shape;431;p45"/>
          <p:cNvSpPr txBox="1"/>
          <p:nvPr/>
        </p:nvSpPr>
        <p:spPr>
          <a:xfrm>
            <a:off x="2562006" y="2369427"/>
            <a:ext cx="331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lt2"/>
                </a:solidFill>
              </a:rPr>
              <a:t>         </a:t>
            </a:r>
            <a:r>
              <a:rPr lang="en-GB" sz="1800">
                <a:solidFill>
                  <a:schemeClr val="lt2"/>
                </a:solidFill>
              </a:rPr>
              <a:t>The warning was red.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432" name="Google Shape;432;p45"/>
          <p:cNvSpPr txBox="1"/>
          <p:nvPr/>
        </p:nvSpPr>
        <p:spPr>
          <a:xfrm>
            <a:off x="1794227" y="2814292"/>
            <a:ext cx="5033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Your decision-making? Also red.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433" name="Google Shape;433;p45"/>
          <p:cNvSpPr txBox="1"/>
          <p:nvPr/>
        </p:nvSpPr>
        <p:spPr>
          <a:xfrm>
            <a:off x="2013515" y="3429800"/>
            <a:ext cx="47292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CONSEQUENCES: DOWNLOADING…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434" name="Google Shape;434;p45"/>
          <p:cNvSpPr txBox="1"/>
          <p:nvPr/>
        </p:nvSpPr>
        <p:spPr>
          <a:xfrm>
            <a:off x="2501050" y="4685225"/>
            <a:ext cx="393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2"/>
                </a:solidFill>
              </a:rPr>
              <a:t>          Unfortunately, this isn’t Ctrl+Z.</a:t>
            </a:r>
            <a:endParaRPr sz="15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6"/>
          <p:cNvSpPr txBox="1"/>
          <p:nvPr/>
        </p:nvSpPr>
        <p:spPr>
          <a:xfrm>
            <a:off x="2976402" y="65830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LEVEL 5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440" name="Google Shape;440;p46"/>
          <p:cNvSpPr txBox="1"/>
          <p:nvPr/>
        </p:nvSpPr>
        <p:spPr>
          <a:xfrm>
            <a:off x="1465050" y="626498"/>
            <a:ext cx="55335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           </a:t>
            </a:r>
            <a:r>
              <a:rPr b="1" lang="en-GB" sz="2600">
                <a:solidFill>
                  <a:schemeClr val="dk1"/>
                </a:solidFill>
              </a:rPr>
              <a:t>     </a:t>
            </a:r>
            <a:r>
              <a:rPr b="1" lang="en-GB" sz="2600">
                <a:solidFill>
                  <a:srgbClr val="00FF00"/>
                </a:solidFill>
              </a:rPr>
              <a:t>WAIT, YOU WON?</a:t>
            </a:r>
            <a:endParaRPr b="1" sz="2600">
              <a:solidFill>
                <a:srgbClr val="00FF00"/>
              </a:solidFill>
            </a:endParaRPr>
          </a:p>
        </p:txBody>
      </p:sp>
      <p:cxnSp>
        <p:nvCxnSpPr>
          <p:cNvPr id="441" name="Google Shape;441;p46"/>
          <p:cNvCxnSpPr/>
          <p:nvPr/>
        </p:nvCxnSpPr>
        <p:spPr>
          <a:xfrm flipH="1" rot="10800000">
            <a:off x="14638" y="3027642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46"/>
          <p:cNvSpPr txBox="1"/>
          <p:nvPr/>
        </p:nvSpPr>
        <p:spPr>
          <a:xfrm>
            <a:off x="1684425" y="1354875"/>
            <a:ext cx="51435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</a:t>
            </a:r>
            <a:r>
              <a:rPr b="1" lang="en-GB" sz="2000">
                <a:solidFill>
                  <a:schemeClr val="dk1"/>
                </a:solidFill>
              </a:rPr>
              <a:t>    U PRESSED THE BUTTON.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443" name="Google Shape;443;p46">
            <a:hlinkClick action="ppaction://hlinksldjump" r:id="rId3"/>
          </p:cNvPr>
          <p:cNvSpPr/>
          <p:nvPr/>
        </p:nvSpPr>
        <p:spPr>
          <a:xfrm>
            <a:off x="1294263" y="3929567"/>
            <a:ext cx="62406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CLAIM YOUR WIN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444" name="Google Shape;444;p46"/>
          <p:cNvSpPr txBox="1"/>
          <p:nvPr/>
        </p:nvSpPr>
        <p:spPr>
          <a:xfrm>
            <a:off x="2391372" y="1967218"/>
            <a:ext cx="404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Not because u were smart.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2159775" y="2454744"/>
            <a:ext cx="4729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2"/>
                </a:solidFill>
              </a:rPr>
              <a:t>           </a:t>
            </a:r>
            <a:r>
              <a:rPr lang="en-GB" sz="1800">
                <a:solidFill>
                  <a:schemeClr val="lt2"/>
                </a:solidFill>
              </a:rPr>
              <a:t>U were just stubborn enough.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46" name="Google Shape;446;p46"/>
          <p:cNvSpPr txBox="1"/>
          <p:nvPr/>
        </p:nvSpPr>
        <p:spPr>
          <a:xfrm>
            <a:off x="1940385" y="3283539"/>
            <a:ext cx="47292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00FF00"/>
                </a:solidFill>
              </a:rPr>
              <a:t>             LEVEL 5 COMPLETE</a:t>
            </a:r>
            <a:endParaRPr b="1" sz="2200">
              <a:solidFill>
                <a:srgbClr val="00FF00"/>
              </a:solidFill>
            </a:endParaRPr>
          </a:p>
        </p:txBody>
      </p:sp>
      <p:sp>
        <p:nvSpPr>
          <p:cNvPr id="447" name="Google Shape;447;p46"/>
          <p:cNvSpPr txBox="1"/>
          <p:nvPr/>
        </p:nvSpPr>
        <p:spPr>
          <a:xfrm>
            <a:off x="2501050" y="4685225"/>
            <a:ext cx="393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2"/>
                </a:solidFill>
              </a:rPr>
              <a:t>               Don’t let it go to your head.</a:t>
            </a:r>
            <a:endParaRPr sz="15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7"/>
          <p:cNvSpPr txBox="1"/>
          <p:nvPr/>
        </p:nvSpPr>
        <p:spPr>
          <a:xfrm>
            <a:off x="1818497" y="370535"/>
            <a:ext cx="49851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FF0000"/>
                </a:solidFill>
              </a:rPr>
              <a:t>         U THOUGHT U WON?</a:t>
            </a:r>
            <a:endParaRPr b="1" sz="2500">
              <a:solidFill>
                <a:srgbClr val="FF0000"/>
              </a:solidFill>
            </a:endParaRPr>
          </a:p>
        </p:txBody>
      </p:sp>
      <p:cxnSp>
        <p:nvCxnSpPr>
          <p:cNvPr id="453" name="Google Shape;453;p47"/>
          <p:cNvCxnSpPr/>
          <p:nvPr/>
        </p:nvCxnSpPr>
        <p:spPr>
          <a:xfrm flipH="1" rot="10800000">
            <a:off x="2430" y="3218829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47"/>
          <p:cNvSpPr txBox="1"/>
          <p:nvPr/>
        </p:nvSpPr>
        <p:spPr>
          <a:xfrm>
            <a:off x="1684425" y="1123296"/>
            <a:ext cx="51435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</a:t>
            </a:r>
            <a:r>
              <a:rPr b="1" lang="en-GB" sz="2000">
                <a:solidFill>
                  <a:schemeClr val="dk1"/>
                </a:solidFill>
              </a:rPr>
              <a:t>THAT’S ACTUALLY ADORABLE.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455" name="Google Shape;455;p47">
            <a:hlinkClick action="ppaction://hlinksldjump" r:id="rId3"/>
          </p:cNvPr>
          <p:cNvSpPr/>
          <p:nvPr/>
        </p:nvSpPr>
        <p:spPr>
          <a:xfrm>
            <a:off x="1294263" y="3929567"/>
            <a:ext cx="62406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YOU’VE GOT TO BE KIDDING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456" name="Google Shape;456;p47"/>
          <p:cNvSpPr txBox="1"/>
          <p:nvPr/>
        </p:nvSpPr>
        <p:spPr>
          <a:xfrm>
            <a:off x="2391372" y="1796580"/>
            <a:ext cx="404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U passed five levels.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457" name="Google Shape;457;p47"/>
          <p:cNvSpPr txBox="1"/>
          <p:nvPr/>
        </p:nvSpPr>
        <p:spPr>
          <a:xfrm>
            <a:off x="2293850" y="2276469"/>
            <a:ext cx="4729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2"/>
                </a:solidFill>
              </a:rPr>
              <a:t>                 </a:t>
            </a:r>
            <a:r>
              <a:rPr lang="en-GB" sz="1800">
                <a:solidFill>
                  <a:schemeClr val="lt2"/>
                </a:solidFill>
              </a:rPr>
              <a:t>U solved </a:t>
            </a:r>
            <a:r>
              <a:rPr lang="en-GB" sz="1800">
                <a:solidFill>
                  <a:schemeClr val="lt2"/>
                </a:solidFill>
              </a:rPr>
              <a:t>puzzles</a:t>
            </a:r>
            <a:r>
              <a:rPr lang="en-GB" sz="1800">
                <a:solidFill>
                  <a:schemeClr val="lt2"/>
                </a:solidFill>
              </a:rPr>
              <a:t>.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58" name="Google Shape;458;p47"/>
          <p:cNvSpPr txBox="1"/>
          <p:nvPr/>
        </p:nvSpPr>
        <p:spPr>
          <a:xfrm>
            <a:off x="1940373" y="3283550"/>
            <a:ext cx="55215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FF0000"/>
                </a:solidFill>
              </a:rPr>
              <a:t>       FINAL LEVELS: UNLOCKED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459" name="Google Shape;459;p47"/>
          <p:cNvSpPr txBox="1"/>
          <p:nvPr/>
        </p:nvSpPr>
        <p:spPr>
          <a:xfrm>
            <a:off x="1818500" y="4685225"/>
            <a:ext cx="4619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2"/>
                </a:solidFill>
              </a:rPr>
              <a:t>               Your free trial of happiness has expired.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460" name="Google Shape;460;p47"/>
          <p:cNvSpPr txBox="1"/>
          <p:nvPr/>
        </p:nvSpPr>
        <p:spPr>
          <a:xfrm>
            <a:off x="2293850" y="2747275"/>
            <a:ext cx="450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U even used your brain once. Once.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8"/>
          <p:cNvSpPr txBox="1"/>
          <p:nvPr/>
        </p:nvSpPr>
        <p:spPr>
          <a:xfrm>
            <a:off x="2976402" y="65830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LEVEL 6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466" name="Google Shape;466;p48"/>
          <p:cNvSpPr txBox="1"/>
          <p:nvPr/>
        </p:nvSpPr>
        <p:spPr>
          <a:xfrm>
            <a:off x="1465050" y="626498"/>
            <a:ext cx="55335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         </a:t>
            </a:r>
            <a:r>
              <a:rPr b="1" lang="en-GB" sz="2600">
                <a:solidFill>
                  <a:schemeClr val="dk1"/>
                </a:solidFill>
              </a:rPr>
              <a:t>    FOLLOW THE RULES</a:t>
            </a:r>
            <a:endParaRPr b="1" sz="2600">
              <a:solidFill>
                <a:schemeClr val="dk1"/>
              </a:solidFill>
            </a:endParaRPr>
          </a:p>
        </p:txBody>
      </p:sp>
      <p:cxnSp>
        <p:nvCxnSpPr>
          <p:cNvPr id="467" name="Google Shape;467;p48"/>
          <p:cNvCxnSpPr/>
          <p:nvPr/>
        </p:nvCxnSpPr>
        <p:spPr>
          <a:xfrm flipH="1" rot="10800000">
            <a:off x="13488" y="2808204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48">
            <a:hlinkClick action="ppaction://hlinksldjump" r:id="rId3"/>
          </p:cNvPr>
          <p:cNvSpPr/>
          <p:nvPr/>
        </p:nvSpPr>
        <p:spPr>
          <a:xfrm>
            <a:off x="1294263" y="3929567"/>
            <a:ext cx="62406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   CONTINUE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469" name="Google Shape;469;p48"/>
          <p:cNvSpPr txBox="1"/>
          <p:nvPr/>
        </p:nvSpPr>
        <p:spPr>
          <a:xfrm>
            <a:off x="2403716" y="1467522"/>
            <a:ext cx="463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Rule 1: Don’t press the red button.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470" name="Google Shape;470;p48"/>
          <p:cNvSpPr txBox="1"/>
          <p:nvPr/>
        </p:nvSpPr>
        <p:spPr>
          <a:xfrm>
            <a:off x="2220717" y="2101280"/>
            <a:ext cx="4729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2"/>
                </a:solidFill>
              </a:rPr>
              <a:t>          </a:t>
            </a:r>
            <a:r>
              <a:rPr lang="en-GB" sz="1800">
                <a:solidFill>
                  <a:schemeClr val="lt2"/>
                </a:solidFill>
              </a:rPr>
              <a:t>Rule 2: Always follow Rule 1.</a:t>
            </a:r>
            <a:r>
              <a:rPr lang="en-GB" sz="1800">
                <a:solidFill>
                  <a:schemeClr val="lt2"/>
                </a:solidFill>
              </a:rPr>
              <a:t>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71" name="Google Shape;471;p48"/>
          <p:cNvSpPr txBox="1"/>
          <p:nvPr/>
        </p:nvSpPr>
        <p:spPr>
          <a:xfrm>
            <a:off x="2452296" y="4660848"/>
            <a:ext cx="393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2"/>
                </a:solidFill>
              </a:rPr>
              <a:t>               The game hired a lawyer.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472" name="Google Shape;472;p48"/>
          <p:cNvSpPr txBox="1"/>
          <p:nvPr/>
        </p:nvSpPr>
        <p:spPr>
          <a:xfrm>
            <a:off x="3232350" y="2905706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NEW RULE: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473" name="Google Shape;473;p48"/>
          <p:cNvSpPr txBox="1"/>
          <p:nvPr/>
        </p:nvSpPr>
        <p:spPr>
          <a:xfrm>
            <a:off x="2220725" y="3429800"/>
            <a:ext cx="4302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IGNORE ALL RULES ABOVE.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9"/>
          <p:cNvSpPr txBox="1"/>
          <p:nvPr/>
        </p:nvSpPr>
        <p:spPr>
          <a:xfrm>
            <a:off x="2976402" y="65830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LEVEL 6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479" name="Google Shape;479;p49"/>
          <p:cNvSpPr txBox="1"/>
          <p:nvPr/>
        </p:nvSpPr>
        <p:spPr>
          <a:xfrm>
            <a:off x="1465050" y="626498"/>
            <a:ext cx="55335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            </a:t>
            </a:r>
            <a:r>
              <a:rPr b="1" lang="en-GB" sz="2600">
                <a:solidFill>
                  <a:schemeClr val="dk1"/>
                </a:solidFill>
              </a:rPr>
              <a:t>    SO… WHAT NOW?</a:t>
            </a:r>
            <a:endParaRPr b="1" sz="2600">
              <a:solidFill>
                <a:schemeClr val="dk1"/>
              </a:solidFill>
            </a:endParaRPr>
          </a:p>
        </p:txBody>
      </p:sp>
      <p:cxnSp>
        <p:nvCxnSpPr>
          <p:cNvPr id="480" name="Google Shape;480;p49"/>
          <p:cNvCxnSpPr/>
          <p:nvPr/>
        </p:nvCxnSpPr>
        <p:spPr>
          <a:xfrm flipH="1" rot="10800000">
            <a:off x="13481" y="2113504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49"/>
          <p:cNvSpPr txBox="1"/>
          <p:nvPr/>
        </p:nvSpPr>
        <p:spPr>
          <a:xfrm>
            <a:off x="2342774" y="1418769"/>
            <a:ext cx="463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The rules are fighting each other.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482" name="Google Shape;482;p49">
            <a:hlinkClick action="ppaction://hlinksldjump" r:id="rId3"/>
          </p:cNvPr>
          <p:cNvSpPr/>
          <p:nvPr/>
        </p:nvSpPr>
        <p:spPr>
          <a:xfrm>
            <a:off x="1062925" y="2357225"/>
            <a:ext cx="6752400" cy="63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lphaUcPeriod"/>
            </a:pPr>
            <a:r>
              <a:rPr b="1" lang="en-GB" sz="2200">
                <a:solidFill>
                  <a:schemeClr val="dk1"/>
                </a:solidFill>
              </a:rPr>
              <a:t>FOLLOW THE OLD RULES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483" name="Google Shape;483;p49">
            <a:hlinkClick action="ppaction://hlinksldjump" r:id="rId4"/>
          </p:cNvPr>
          <p:cNvSpPr/>
          <p:nvPr/>
        </p:nvSpPr>
        <p:spPr>
          <a:xfrm>
            <a:off x="1062925" y="3179950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B.  FOLLOW THE NEW RULES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484" name="Google Shape;484;p49">
            <a:hlinkClick action="ppaction://hlinksldjump" r:id="rId5"/>
          </p:cNvPr>
          <p:cNvSpPr/>
          <p:nvPr/>
        </p:nvSpPr>
        <p:spPr>
          <a:xfrm>
            <a:off x="1062825" y="3947875"/>
            <a:ext cx="6752400" cy="63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C.  CLOSE THE GAME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485" name="Google Shape;485;p49"/>
          <p:cNvSpPr txBox="1"/>
          <p:nvPr/>
        </p:nvSpPr>
        <p:spPr>
          <a:xfrm>
            <a:off x="1465050" y="4709600"/>
            <a:ext cx="605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     One answer is clever. One is predictable. One is you. </a:t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0"/>
          <p:cNvSpPr txBox="1"/>
          <p:nvPr/>
        </p:nvSpPr>
        <p:spPr>
          <a:xfrm>
            <a:off x="2976402" y="65830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LEVEL 6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491" name="Google Shape;491;p50"/>
          <p:cNvSpPr txBox="1"/>
          <p:nvPr/>
        </p:nvSpPr>
        <p:spPr>
          <a:xfrm>
            <a:off x="1465050" y="626498"/>
            <a:ext cx="55335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FF0000"/>
                </a:solidFill>
              </a:rPr>
              <a:t>            </a:t>
            </a:r>
            <a:r>
              <a:rPr b="1" lang="en-GB" sz="2600">
                <a:solidFill>
                  <a:srgbClr val="FF0000"/>
                </a:solidFill>
              </a:rPr>
              <a:t>    RULE FOLLOWER.</a:t>
            </a:r>
            <a:endParaRPr b="1" sz="2600">
              <a:solidFill>
                <a:srgbClr val="FF0000"/>
              </a:solidFill>
            </a:endParaRPr>
          </a:p>
        </p:txBody>
      </p:sp>
      <p:cxnSp>
        <p:nvCxnSpPr>
          <p:cNvPr id="492" name="Google Shape;492;p50"/>
          <p:cNvCxnSpPr/>
          <p:nvPr/>
        </p:nvCxnSpPr>
        <p:spPr>
          <a:xfrm flipH="1" rot="10800000">
            <a:off x="13481" y="2951704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50"/>
          <p:cNvSpPr txBox="1"/>
          <p:nvPr/>
        </p:nvSpPr>
        <p:spPr>
          <a:xfrm>
            <a:off x="977500" y="1296850"/>
            <a:ext cx="69474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</a:t>
            </a:r>
            <a:r>
              <a:rPr b="1" lang="en-GB" sz="2400">
                <a:solidFill>
                  <a:schemeClr val="dk1"/>
                </a:solidFill>
              </a:rPr>
              <a:t>THE NEW RULE SAID TO </a:t>
            </a:r>
            <a:r>
              <a:rPr b="1" lang="en-GB" sz="2400">
                <a:solidFill>
                  <a:schemeClr val="dk1"/>
                </a:solidFill>
              </a:rPr>
              <a:t>IGNORE</a:t>
            </a:r>
            <a:r>
              <a:rPr b="1" lang="en-GB" sz="2400">
                <a:solidFill>
                  <a:schemeClr val="dk1"/>
                </a:solidFill>
              </a:rPr>
              <a:t> THEM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494" name="Google Shape;494;p50">
            <a:hlinkClick action="ppaction://hlinksldjump" r:id="rId3"/>
          </p:cNvPr>
          <p:cNvSpPr/>
          <p:nvPr/>
        </p:nvSpPr>
        <p:spPr>
          <a:xfrm>
            <a:off x="1038548" y="3713350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      TRY AGAIN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495" name="Google Shape;495;p50"/>
          <p:cNvSpPr txBox="1"/>
          <p:nvPr/>
        </p:nvSpPr>
        <p:spPr>
          <a:xfrm>
            <a:off x="2159775" y="1918450"/>
            <a:ext cx="4375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And you ignored the new rule.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496" name="Google Shape;496;p50"/>
          <p:cNvSpPr txBox="1"/>
          <p:nvPr/>
        </p:nvSpPr>
        <p:spPr>
          <a:xfrm>
            <a:off x="2226735" y="2449866"/>
            <a:ext cx="4375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Technically… u followed a rule.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497" name="Google Shape;497;p50"/>
          <p:cNvSpPr txBox="1"/>
          <p:nvPr/>
        </p:nvSpPr>
        <p:spPr>
          <a:xfrm>
            <a:off x="2208531" y="3137300"/>
            <a:ext cx="4241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FF0000"/>
                </a:solidFill>
              </a:rPr>
              <a:t>   LOGIC: CONFUSED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498" name="Google Shape;498;p50"/>
          <p:cNvSpPr txBox="1"/>
          <p:nvPr/>
        </p:nvSpPr>
        <p:spPr>
          <a:xfrm>
            <a:off x="2281670" y="4508452"/>
            <a:ext cx="519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The rules have </a:t>
            </a:r>
            <a:r>
              <a:rPr lang="en-GB" sz="1800">
                <a:solidFill>
                  <a:schemeClr val="lt2"/>
                </a:solidFill>
              </a:rPr>
              <a:t>requested a lawyer.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1"/>
          <p:cNvSpPr txBox="1"/>
          <p:nvPr/>
        </p:nvSpPr>
        <p:spPr>
          <a:xfrm>
            <a:off x="2976402" y="65830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LEVEL 6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504" name="Google Shape;504;p51"/>
          <p:cNvSpPr txBox="1"/>
          <p:nvPr/>
        </p:nvSpPr>
        <p:spPr>
          <a:xfrm>
            <a:off x="1465050" y="626498"/>
            <a:ext cx="55335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FF0000"/>
                </a:solidFill>
              </a:rPr>
              <a:t>            </a:t>
            </a:r>
            <a:r>
              <a:rPr b="1" lang="en-GB" sz="2600">
                <a:solidFill>
                  <a:srgbClr val="00FF00"/>
                </a:solidFill>
              </a:rPr>
              <a:t>WAIT… THAT WORKED?</a:t>
            </a:r>
            <a:endParaRPr b="1" sz="2600">
              <a:solidFill>
                <a:srgbClr val="00FF00"/>
              </a:solidFill>
            </a:endParaRPr>
          </a:p>
        </p:txBody>
      </p:sp>
      <p:cxnSp>
        <p:nvCxnSpPr>
          <p:cNvPr id="505" name="Google Shape;505;p51"/>
          <p:cNvCxnSpPr/>
          <p:nvPr/>
        </p:nvCxnSpPr>
        <p:spPr>
          <a:xfrm flipH="1" rot="10800000">
            <a:off x="13481" y="2951704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51"/>
          <p:cNvSpPr txBox="1"/>
          <p:nvPr/>
        </p:nvSpPr>
        <p:spPr>
          <a:xfrm>
            <a:off x="977500" y="1296850"/>
            <a:ext cx="69474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          </a:t>
            </a:r>
            <a:r>
              <a:rPr b="1" lang="en-GB" sz="2400">
                <a:solidFill>
                  <a:schemeClr val="dk1"/>
                </a:solidFill>
              </a:rPr>
              <a:t>U IGNORED ALL THE RULES.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507" name="Google Shape;507;p51">
            <a:hlinkClick action="ppaction://hlinksldjump" r:id="rId3"/>
          </p:cNvPr>
          <p:cNvSpPr/>
          <p:nvPr/>
        </p:nvSpPr>
        <p:spPr>
          <a:xfrm>
            <a:off x="1038548" y="3713350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CLAIM YOUR WIN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508" name="Google Shape;508;p51"/>
          <p:cNvSpPr txBox="1"/>
          <p:nvPr/>
        </p:nvSpPr>
        <p:spPr>
          <a:xfrm>
            <a:off x="1196900" y="1918450"/>
            <a:ext cx="6728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  Including the rule telling you to ignore them.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09" name="Google Shape;509;p51"/>
          <p:cNvSpPr txBox="1"/>
          <p:nvPr/>
        </p:nvSpPr>
        <p:spPr>
          <a:xfrm>
            <a:off x="2226735" y="2449866"/>
            <a:ext cx="4375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That makes absolutely no sense.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10" name="Google Shape;510;p51"/>
          <p:cNvSpPr txBox="1"/>
          <p:nvPr/>
        </p:nvSpPr>
        <p:spPr>
          <a:xfrm>
            <a:off x="2208531" y="3137300"/>
            <a:ext cx="4241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FF0000"/>
                </a:solidFill>
              </a:rPr>
              <a:t> </a:t>
            </a:r>
            <a:r>
              <a:rPr b="1" lang="en-GB" sz="2200">
                <a:solidFill>
                  <a:srgbClr val="00FF00"/>
                </a:solidFill>
              </a:rPr>
              <a:t>LEVEL 6 COMPLETE</a:t>
            </a:r>
            <a:endParaRPr b="1" sz="2200">
              <a:solidFill>
                <a:srgbClr val="00FF00"/>
              </a:solidFill>
            </a:endParaRPr>
          </a:p>
        </p:txBody>
      </p:sp>
      <p:sp>
        <p:nvSpPr>
          <p:cNvPr id="511" name="Google Shape;511;p51"/>
          <p:cNvSpPr txBox="1"/>
          <p:nvPr/>
        </p:nvSpPr>
        <p:spPr>
          <a:xfrm>
            <a:off x="2037900" y="4508450"/>
            <a:ext cx="563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Please don’t explain your logic to anyone.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2"/>
          <p:cNvSpPr txBox="1"/>
          <p:nvPr/>
        </p:nvSpPr>
        <p:spPr>
          <a:xfrm>
            <a:off x="2976402" y="65830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LEVEL 6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517" name="Google Shape;517;p52"/>
          <p:cNvSpPr txBox="1"/>
          <p:nvPr/>
        </p:nvSpPr>
        <p:spPr>
          <a:xfrm>
            <a:off x="1465050" y="626498"/>
            <a:ext cx="55335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FF0000"/>
                </a:solidFill>
              </a:rPr>
              <a:t>                        </a:t>
            </a:r>
            <a:r>
              <a:rPr b="1" lang="en-GB" sz="2600">
                <a:solidFill>
                  <a:srgbClr val="FF0000"/>
                </a:solidFill>
              </a:rPr>
              <a:t>NICE TRY.</a:t>
            </a:r>
            <a:endParaRPr b="1" sz="2600">
              <a:solidFill>
                <a:srgbClr val="FF0000"/>
              </a:solidFill>
            </a:endParaRPr>
          </a:p>
        </p:txBody>
      </p:sp>
      <p:cxnSp>
        <p:nvCxnSpPr>
          <p:cNvPr id="518" name="Google Shape;518;p52"/>
          <p:cNvCxnSpPr/>
          <p:nvPr/>
        </p:nvCxnSpPr>
        <p:spPr>
          <a:xfrm flipH="1" rot="10800000">
            <a:off x="13481" y="2951704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p52"/>
          <p:cNvSpPr txBox="1"/>
          <p:nvPr/>
        </p:nvSpPr>
        <p:spPr>
          <a:xfrm>
            <a:off x="977500" y="1296850"/>
            <a:ext cx="69474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   </a:t>
            </a:r>
            <a:r>
              <a:rPr b="1" lang="en-GB" sz="2400">
                <a:solidFill>
                  <a:schemeClr val="dk1"/>
                </a:solidFill>
              </a:rPr>
              <a:t>U CAN’T CLOSE A GOOGLE SLIDE.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520" name="Google Shape;520;p52">
            <a:hlinkClick action="ppaction://hlinksldjump" r:id="rId3"/>
          </p:cNvPr>
          <p:cNvSpPr/>
          <p:nvPr/>
        </p:nvSpPr>
        <p:spPr>
          <a:xfrm>
            <a:off x="1038548" y="3713350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BACK TO THE RULES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521" name="Google Shape;521;p52"/>
          <p:cNvSpPr txBox="1"/>
          <p:nvPr/>
        </p:nvSpPr>
        <p:spPr>
          <a:xfrm>
            <a:off x="1196900" y="1918450"/>
            <a:ext cx="6728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U clicked a button that does absolutely nothing.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22" name="Google Shape;522;p52"/>
          <p:cNvSpPr txBox="1"/>
          <p:nvPr/>
        </p:nvSpPr>
        <p:spPr>
          <a:xfrm>
            <a:off x="2226735" y="2449866"/>
            <a:ext cx="4375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Congratulations on closing… nothing.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23" name="Google Shape;523;p52"/>
          <p:cNvSpPr txBox="1"/>
          <p:nvPr/>
        </p:nvSpPr>
        <p:spPr>
          <a:xfrm>
            <a:off x="2208531" y="3137300"/>
            <a:ext cx="4241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FF0000"/>
                </a:solidFill>
              </a:rPr>
              <a:t>ESCAPE ATTEMPT: FAILED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524" name="Google Shape;524;p52"/>
          <p:cNvSpPr txBox="1"/>
          <p:nvPr/>
        </p:nvSpPr>
        <p:spPr>
          <a:xfrm>
            <a:off x="2037900" y="4508450"/>
            <a:ext cx="563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The game is still open. Obviously.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3"/>
          <p:cNvSpPr txBox="1"/>
          <p:nvPr/>
        </p:nvSpPr>
        <p:spPr>
          <a:xfrm>
            <a:off x="2976402" y="29264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LEVEL 7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530" name="Google Shape;530;p53"/>
          <p:cNvSpPr txBox="1"/>
          <p:nvPr/>
        </p:nvSpPr>
        <p:spPr>
          <a:xfrm>
            <a:off x="1465050" y="504614"/>
            <a:ext cx="55335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FF0000"/>
                </a:solidFill>
              </a:rPr>
              <a:t>             </a:t>
            </a:r>
            <a:r>
              <a:rPr b="1" lang="en-GB" sz="2600">
                <a:solidFill>
                  <a:schemeClr val="dk1"/>
                </a:solidFill>
              </a:rPr>
              <a:t>THE DETECTIVE TEST</a:t>
            </a:r>
            <a:endParaRPr b="1" sz="2600">
              <a:solidFill>
                <a:schemeClr val="dk1"/>
              </a:solidFill>
            </a:endParaRPr>
          </a:p>
        </p:txBody>
      </p:sp>
      <p:cxnSp>
        <p:nvCxnSpPr>
          <p:cNvPr id="531" name="Google Shape;531;p53"/>
          <p:cNvCxnSpPr/>
          <p:nvPr/>
        </p:nvCxnSpPr>
        <p:spPr>
          <a:xfrm flipH="1" rot="10800000">
            <a:off x="2456" y="2159461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" name="Google Shape;532;p53"/>
          <p:cNvSpPr txBox="1"/>
          <p:nvPr/>
        </p:nvSpPr>
        <p:spPr>
          <a:xfrm>
            <a:off x="1196900" y="1260277"/>
            <a:ext cx="6728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              Someone here is lying.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33" name="Google Shape;533;p53"/>
          <p:cNvSpPr txBox="1"/>
          <p:nvPr/>
        </p:nvSpPr>
        <p:spPr>
          <a:xfrm>
            <a:off x="2263300" y="1694186"/>
            <a:ext cx="4375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One statement contradicts the evidence.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34" name="Google Shape;534;p53"/>
          <p:cNvSpPr txBox="1"/>
          <p:nvPr/>
        </p:nvSpPr>
        <p:spPr>
          <a:xfrm>
            <a:off x="2976400" y="2259725"/>
            <a:ext cx="2376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</a:rPr>
              <a:t>        THE EVIDENCE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535" name="Google Shape;535;p53"/>
          <p:cNvSpPr txBox="1"/>
          <p:nvPr/>
        </p:nvSpPr>
        <p:spPr>
          <a:xfrm>
            <a:off x="1721008" y="2674121"/>
            <a:ext cx="5338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The password has exactly 4 letters. 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36" name="Google Shape;536;p53"/>
          <p:cNvSpPr txBox="1"/>
          <p:nvPr/>
        </p:nvSpPr>
        <p:spPr>
          <a:xfrm>
            <a:off x="2549800" y="3088546"/>
            <a:ext cx="33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 It starts with G.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37" name="Google Shape;537;p53"/>
          <p:cNvSpPr txBox="1"/>
          <p:nvPr/>
        </p:nvSpPr>
        <p:spPr>
          <a:xfrm>
            <a:off x="2726527" y="3478334"/>
            <a:ext cx="33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It ends with E.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38" name="Google Shape;538;p53"/>
          <p:cNvSpPr txBox="1"/>
          <p:nvPr/>
        </p:nvSpPr>
        <p:spPr>
          <a:xfrm>
            <a:off x="1465050" y="3966100"/>
            <a:ext cx="596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The game says the </a:t>
            </a:r>
            <a:r>
              <a:rPr lang="en-GB" sz="1800">
                <a:solidFill>
                  <a:schemeClr val="lt2"/>
                </a:solidFill>
              </a:rPr>
              <a:t>password</a:t>
            </a:r>
            <a:r>
              <a:rPr lang="en-GB" sz="1800">
                <a:solidFill>
                  <a:schemeClr val="lt2"/>
                </a:solidFill>
              </a:rPr>
              <a:t> is GAME.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39" name="Google Shape;539;p53">
            <a:hlinkClick action="ppaction://hlinksldjump" r:id="rId3"/>
          </p:cNvPr>
          <p:cNvSpPr/>
          <p:nvPr/>
        </p:nvSpPr>
        <p:spPr>
          <a:xfrm>
            <a:off x="1550375" y="4404975"/>
            <a:ext cx="5777400" cy="4752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        </a:t>
            </a:r>
            <a:r>
              <a:rPr b="1" lang="en-GB" sz="1800">
                <a:solidFill>
                  <a:schemeClr val="dk1"/>
                </a:solidFill>
              </a:rPr>
              <a:t>FIND THE LIAR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40" name="Google Shape;540;p53"/>
          <p:cNvSpPr txBox="1"/>
          <p:nvPr/>
        </p:nvSpPr>
        <p:spPr>
          <a:xfrm>
            <a:off x="7498300" y="4612075"/>
            <a:ext cx="16212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2"/>
                </a:solidFill>
              </a:rPr>
              <a:t>Detective </a:t>
            </a:r>
            <a:r>
              <a:rPr lang="en-GB" sz="1100">
                <a:solidFill>
                  <a:schemeClr val="lt2"/>
                </a:solidFill>
              </a:rPr>
              <a:t>skills</a:t>
            </a:r>
            <a:r>
              <a:rPr lang="en-GB" sz="1100">
                <a:solidFill>
                  <a:schemeClr val="lt2"/>
                </a:solidFill>
              </a:rPr>
              <a:t> not included.</a:t>
            </a:r>
            <a:endParaRPr sz="1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4"/>
          <p:cNvSpPr txBox="1"/>
          <p:nvPr/>
        </p:nvSpPr>
        <p:spPr>
          <a:xfrm>
            <a:off x="2976402" y="17076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LEVEL 7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546" name="Google Shape;546;p54"/>
          <p:cNvSpPr txBox="1"/>
          <p:nvPr/>
        </p:nvSpPr>
        <p:spPr>
          <a:xfrm>
            <a:off x="1465050" y="589933"/>
            <a:ext cx="55335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FF0000"/>
                </a:solidFill>
              </a:rPr>
              <a:t>               </a:t>
            </a:r>
            <a:r>
              <a:rPr b="1" lang="en-GB" sz="2600">
                <a:solidFill>
                  <a:schemeClr val="dk1"/>
                </a:solidFill>
              </a:rPr>
              <a:t>THREE SUSPECTS</a:t>
            </a:r>
            <a:endParaRPr b="1" sz="2600">
              <a:solidFill>
                <a:schemeClr val="dk1"/>
              </a:solidFill>
            </a:endParaRPr>
          </a:p>
        </p:txBody>
      </p:sp>
      <p:cxnSp>
        <p:nvCxnSpPr>
          <p:cNvPr id="547" name="Google Shape;547;p54"/>
          <p:cNvCxnSpPr/>
          <p:nvPr/>
        </p:nvCxnSpPr>
        <p:spPr>
          <a:xfrm flipH="1" rot="10800000">
            <a:off x="2456" y="1763203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54"/>
          <p:cNvSpPr txBox="1"/>
          <p:nvPr/>
        </p:nvSpPr>
        <p:spPr>
          <a:xfrm>
            <a:off x="1196900" y="1260277"/>
            <a:ext cx="6728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              One of them is lying.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49" name="Google Shape;549;p54"/>
          <p:cNvSpPr txBox="1"/>
          <p:nvPr/>
        </p:nvSpPr>
        <p:spPr>
          <a:xfrm>
            <a:off x="1721008" y="2015949"/>
            <a:ext cx="5338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   </a:t>
            </a:r>
            <a:r>
              <a:rPr lang="en-GB" sz="2000">
                <a:solidFill>
                  <a:schemeClr val="dk1"/>
                </a:solidFill>
              </a:rPr>
              <a:t>A: “The password is GAME.”</a:t>
            </a:r>
            <a:r>
              <a:rPr lang="en-GB" sz="1800">
                <a:solidFill>
                  <a:schemeClr val="dk1"/>
                </a:solidFill>
              </a:rPr>
              <a:t> 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50" name="Google Shape;550;p54"/>
          <p:cNvSpPr txBox="1"/>
          <p:nvPr/>
        </p:nvSpPr>
        <p:spPr>
          <a:xfrm>
            <a:off x="1465050" y="3612637"/>
            <a:ext cx="596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     Exactly one statement is true.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51" name="Google Shape;551;p54"/>
          <p:cNvSpPr txBox="1"/>
          <p:nvPr/>
        </p:nvSpPr>
        <p:spPr>
          <a:xfrm>
            <a:off x="1714959" y="2509623"/>
            <a:ext cx="5338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   </a:t>
            </a:r>
            <a:r>
              <a:rPr lang="en-GB" sz="2000">
                <a:solidFill>
                  <a:schemeClr val="dk1"/>
                </a:solidFill>
              </a:rPr>
              <a:t>B</a:t>
            </a:r>
            <a:r>
              <a:rPr lang="en-GB" sz="2000">
                <a:solidFill>
                  <a:schemeClr val="dk1"/>
                </a:solidFill>
              </a:rPr>
              <a:t>: “The password is GATE.”</a:t>
            </a:r>
            <a:r>
              <a:rPr lang="en-GB" sz="1800">
                <a:solidFill>
                  <a:schemeClr val="dk1"/>
                </a:solidFill>
              </a:rPr>
              <a:t> 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52" name="Google Shape;552;p54"/>
          <p:cNvSpPr txBox="1"/>
          <p:nvPr/>
        </p:nvSpPr>
        <p:spPr>
          <a:xfrm>
            <a:off x="1745475" y="3003298"/>
            <a:ext cx="5338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</a:t>
            </a:r>
            <a:r>
              <a:rPr lang="en-GB" sz="2000">
                <a:solidFill>
                  <a:schemeClr val="dk1"/>
                </a:solidFill>
              </a:rPr>
              <a:t>C: “Both passwords are wrong.”</a:t>
            </a:r>
            <a:r>
              <a:rPr lang="en-GB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53" name="Google Shape;553;p54">
            <a:hlinkClick action="ppaction://hlinksldjump" r:id="rId3"/>
          </p:cNvPr>
          <p:cNvSpPr/>
          <p:nvPr/>
        </p:nvSpPr>
        <p:spPr>
          <a:xfrm>
            <a:off x="1184750" y="4188700"/>
            <a:ext cx="6752400" cy="4722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</a:t>
            </a:r>
            <a:r>
              <a:rPr b="1" lang="en-GB" sz="2000">
                <a:solidFill>
                  <a:schemeClr val="dk1"/>
                </a:solidFill>
              </a:rPr>
              <a:t>   </a:t>
            </a:r>
            <a:r>
              <a:rPr b="1" lang="en-GB" sz="1900">
                <a:solidFill>
                  <a:schemeClr val="dk1"/>
                </a:solidFill>
              </a:rPr>
              <a:t>ACCUSE SOMEONE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554" name="Google Shape;554;p54"/>
          <p:cNvSpPr txBox="1"/>
          <p:nvPr/>
        </p:nvSpPr>
        <p:spPr>
          <a:xfrm>
            <a:off x="2245100" y="4709581"/>
            <a:ext cx="450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Your detective </a:t>
            </a:r>
            <a:r>
              <a:rPr lang="en-GB" sz="1800">
                <a:solidFill>
                  <a:schemeClr val="lt2"/>
                </a:solidFill>
              </a:rPr>
              <a:t>license</a:t>
            </a:r>
            <a:r>
              <a:rPr lang="en-GB" sz="1800">
                <a:solidFill>
                  <a:schemeClr val="lt2"/>
                </a:solidFill>
              </a:rPr>
              <a:t> is pending. 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5"/>
          <p:cNvSpPr txBox="1"/>
          <p:nvPr/>
        </p:nvSpPr>
        <p:spPr>
          <a:xfrm>
            <a:off x="2976402" y="-31678"/>
            <a:ext cx="226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LEVEL 7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560" name="Google Shape;560;p55"/>
          <p:cNvSpPr txBox="1"/>
          <p:nvPr/>
        </p:nvSpPr>
        <p:spPr>
          <a:xfrm>
            <a:off x="1440673" y="431484"/>
            <a:ext cx="55335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FF0000"/>
                </a:solidFill>
              </a:rPr>
              <a:t>                  </a:t>
            </a:r>
            <a:r>
              <a:rPr b="1" lang="en-GB" sz="2600">
                <a:solidFill>
                  <a:srgbClr val="FF0000"/>
                </a:solidFill>
              </a:rPr>
              <a:t>NEW EVIDENCE!</a:t>
            </a:r>
            <a:endParaRPr b="1" sz="2600">
              <a:solidFill>
                <a:srgbClr val="FF0000"/>
              </a:solidFill>
            </a:endParaRPr>
          </a:p>
        </p:txBody>
      </p:sp>
      <p:cxnSp>
        <p:nvCxnSpPr>
          <p:cNvPr id="561" name="Google Shape;561;p55"/>
          <p:cNvCxnSpPr/>
          <p:nvPr/>
        </p:nvCxnSpPr>
        <p:spPr>
          <a:xfrm flipH="1" rot="10800000">
            <a:off x="13506" y="1930653"/>
            <a:ext cx="9117000" cy="73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55"/>
          <p:cNvSpPr txBox="1"/>
          <p:nvPr/>
        </p:nvSpPr>
        <p:spPr>
          <a:xfrm>
            <a:off x="1196900" y="1053074"/>
            <a:ext cx="6728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                 </a:t>
            </a:r>
            <a:r>
              <a:rPr b="1" lang="en-GB" sz="2000">
                <a:solidFill>
                  <a:schemeClr val="dk1"/>
                </a:solidFill>
              </a:rPr>
              <a:t>THE PASSWORD IS NOT GATE.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563" name="Google Shape;563;p55"/>
          <p:cNvSpPr txBox="1"/>
          <p:nvPr/>
        </p:nvSpPr>
        <p:spPr>
          <a:xfrm>
            <a:off x="1434675" y="2015950"/>
            <a:ext cx="5624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</a:t>
            </a:r>
            <a:r>
              <a:rPr lang="en-GB" sz="2000">
                <a:solidFill>
                  <a:schemeClr val="dk1"/>
                </a:solidFill>
              </a:rPr>
              <a:t>A: “The password is </a:t>
            </a:r>
            <a:r>
              <a:rPr lang="en-GB" sz="2000">
                <a:solidFill>
                  <a:schemeClr val="dk1"/>
                </a:solidFill>
              </a:rPr>
              <a:t>definitely</a:t>
            </a:r>
            <a:r>
              <a:rPr lang="en-GB" sz="2000">
                <a:solidFill>
                  <a:schemeClr val="dk1"/>
                </a:solidFill>
              </a:rPr>
              <a:t> GAME.”</a:t>
            </a:r>
            <a:r>
              <a:rPr lang="en-GB" sz="1800">
                <a:solidFill>
                  <a:schemeClr val="dk1"/>
                </a:solidFill>
              </a:rPr>
              <a:t> 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4" name="Google Shape;564;p55"/>
          <p:cNvSpPr txBox="1"/>
          <p:nvPr/>
        </p:nvSpPr>
        <p:spPr>
          <a:xfrm>
            <a:off x="1434675" y="3990658"/>
            <a:ext cx="596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</a:t>
            </a:r>
            <a:r>
              <a:rPr lang="en-GB" sz="1800">
                <a:solidFill>
                  <a:schemeClr val="lt2"/>
                </a:solidFill>
              </a:rPr>
              <a:t>Remember</a:t>
            </a:r>
            <a:r>
              <a:rPr lang="en-GB" sz="1800">
                <a:solidFill>
                  <a:schemeClr val="lt2"/>
                </a:solidFill>
              </a:rPr>
              <a:t>:  Exactly one statement is true.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65" name="Google Shape;565;p55"/>
          <p:cNvSpPr txBox="1"/>
          <p:nvPr/>
        </p:nvSpPr>
        <p:spPr>
          <a:xfrm>
            <a:off x="1714959" y="2509623"/>
            <a:ext cx="5338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   </a:t>
            </a:r>
            <a:r>
              <a:rPr lang="en-GB" sz="2000">
                <a:solidFill>
                  <a:schemeClr val="dk1"/>
                </a:solidFill>
              </a:rPr>
              <a:t>B: “The password is GATE.”</a:t>
            </a:r>
            <a:r>
              <a:rPr lang="en-GB" sz="1800">
                <a:solidFill>
                  <a:schemeClr val="dk1"/>
                </a:solidFill>
              </a:rPr>
              <a:t> 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6" name="Google Shape;566;p55"/>
          <p:cNvSpPr txBox="1"/>
          <p:nvPr/>
        </p:nvSpPr>
        <p:spPr>
          <a:xfrm>
            <a:off x="1745475" y="3003298"/>
            <a:ext cx="5338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</a:t>
            </a:r>
            <a:r>
              <a:rPr lang="en-GB" sz="2000">
                <a:solidFill>
                  <a:schemeClr val="dk1"/>
                </a:solidFill>
              </a:rPr>
              <a:t>C: “Both passwords are wrong.”</a:t>
            </a:r>
            <a:r>
              <a:rPr lang="en-GB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7" name="Google Shape;567;p55"/>
          <p:cNvSpPr txBox="1"/>
          <p:nvPr/>
        </p:nvSpPr>
        <p:spPr>
          <a:xfrm>
            <a:off x="2050075" y="1552806"/>
            <a:ext cx="403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2"/>
                </a:solidFill>
              </a:rPr>
              <a:t>           The game has </a:t>
            </a:r>
            <a:r>
              <a:rPr lang="en-GB" sz="1500">
                <a:solidFill>
                  <a:schemeClr val="lt2"/>
                </a:solidFill>
              </a:rPr>
              <a:t>officially</a:t>
            </a:r>
            <a:r>
              <a:rPr lang="en-GB" sz="1500">
                <a:solidFill>
                  <a:schemeClr val="lt2"/>
                </a:solidFill>
              </a:rPr>
              <a:t> confirmed it.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568" name="Google Shape;568;p55"/>
          <p:cNvSpPr txBox="1"/>
          <p:nvPr/>
        </p:nvSpPr>
        <p:spPr>
          <a:xfrm>
            <a:off x="2427927" y="3551700"/>
            <a:ext cx="3876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             WHO IS LYING?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569" name="Google Shape;569;p55">
            <a:hlinkClick action="ppaction://hlinksldjump" r:id="rId3"/>
          </p:cNvPr>
          <p:cNvSpPr/>
          <p:nvPr/>
        </p:nvSpPr>
        <p:spPr>
          <a:xfrm>
            <a:off x="1184750" y="4517786"/>
            <a:ext cx="6752400" cy="4722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</a:t>
            </a:r>
            <a:r>
              <a:rPr b="1" lang="en-GB" sz="1900">
                <a:solidFill>
                  <a:schemeClr val="dk1"/>
                </a:solidFill>
              </a:rPr>
              <a:t>MAKE YOUR ACCUSATION</a:t>
            </a:r>
            <a:endParaRPr b="1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6"/>
          <p:cNvSpPr txBox="1"/>
          <p:nvPr/>
        </p:nvSpPr>
        <p:spPr>
          <a:xfrm>
            <a:off x="274482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7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575" name="Google Shape;575;p56"/>
          <p:cNvSpPr txBox="1"/>
          <p:nvPr/>
        </p:nvSpPr>
        <p:spPr>
          <a:xfrm>
            <a:off x="2598573" y="663046"/>
            <a:ext cx="3876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</a:rPr>
              <a:t> WHO’S THE LIAR?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576" name="Google Shape;576;p56"/>
          <p:cNvSpPr txBox="1"/>
          <p:nvPr/>
        </p:nvSpPr>
        <p:spPr>
          <a:xfrm>
            <a:off x="2354802" y="1357791"/>
            <a:ext cx="387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Detective, make your final decision.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577" name="Google Shape;577;p56"/>
          <p:cNvCxnSpPr/>
          <p:nvPr/>
        </p:nvCxnSpPr>
        <p:spPr>
          <a:xfrm>
            <a:off x="19650" y="1979400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" name="Google Shape;578;p56">
            <a:hlinkClick action="ppaction://hlinksldjump" r:id="rId3"/>
          </p:cNvPr>
          <p:cNvSpPr/>
          <p:nvPr/>
        </p:nvSpPr>
        <p:spPr>
          <a:xfrm>
            <a:off x="1605325" y="2235225"/>
            <a:ext cx="5326200" cy="588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</a:t>
            </a:r>
            <a:r>
              <a:rPr b="1" lang="en-GB" sz="2200">
                <a:solidFill>
                  <a:schemeClr val="dk1"/>
                </a:solidFill>
              </a:rPr>
              <a:t>A. ACCUSE A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579" name="Google Shape;579;p56">
            <a:hlinkClick action="ppaction://hlinksldjump" r:id="rId4"/>
          </p:cNvPr>
          <p:cNvSpPr/>
          <p:nvPr/>
        </p:nvSpPr>
        <p:spPr>
          <a:xfrm>
            <a:off x="1605325" y="3021400"/>
            <a:ext cx="5326200" cy="5886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                  </a:t>
            </a:r>
            <a:r>
              <a:rPr b="1" lang="en-GB" sz="2200">
                <a:solidFill>
                  <a:schemeClr val="dk1"/>
                </a:solidFill>
              </a:rPr>
              <a:t>B. ACCUSE B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80" name="Google Shape;580;p56">
            <a:hlinkClick action="ppaction://hlinksldjump" r:id="rId5"/>
          </p:cNvPr>
          <p:cNvSpPr/>
          <p:nvPr/>
        </p:nvSpPr>
        <p:spPr>
          <a:xfrm>
            <a:off x="1605325" y="3807575"/>
            <a:ext cx="5326200" cy="588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 C. ACCUSE C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81" name="Google Shape;581;p56"/>
          <p:cNvSpPr txBox="1"/>
          <p:nvPr/>
        </p:nvSpPr>
        <p:spPr>
          <a:xfrm>
            <a:off x="1769725" y="4593750"/>
            <a:ext cx="5289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  Choose wisely, the suspect also has feelings.</a:t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7"/>
          <p:cNvSpPr txBox="1"/>
          <p:nvPr/>
        </p:nvSpPr>
        <p:spPr>
          <a:xfrm>
            <a:off x="274482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7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587" name="Google Shape;587;p57"/>
          <p:cNvSpPr txBox="1"/>
          <p:nvPr/>
        </p:nvSpPr>
        <p:spPr>
          <a:xfrm>
            <a:off x="2562008" y="541162"/>
            <a:ext cx="3876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FF00"/>
                </a:solidFill>
              </a:rPr>
              <a:t>     CASE CLOSED</a:t>
            </a:r>
            <a:endParaRPr b="1" sz="2400">
              <a:solidFill>
                <a:srgbClr val="00FF00"/>
              </a:solidFill>
            </a:endParaRPr>
          </a:p>
        </p:txBody>
      </p:sp>
      <p:sp>
        <p:nvSpPr>
          <p:cNvPr id="588" name="Google Shape;588;p57"/>
          <p:cNvSpPr txBox="1"/>
          <p:nvPr/>
        </p:nvSpPr>
        <p:spPr>
          <a:xfrm>
            <a:off x="2330425" y="1150589"/>
            <a:ext cx="387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THE </a:t>
            </a:r>
            <a:r>
              <a:rPr b="1" lang="en-GB" sz="1900">
                <a:solidFill>
                  <a:schemeClr val="dk1"/>
                </a:solidFill>
              </a:rPr>
              <a:t>PASSWORD</a:t>
            </a:r>
            <a:r>
              <a:rPr b="1" lang="en-GB" sz="1900">
                <a:solidFill>
                  <a:schemeClr val="dk1"/>
                </a:solidFill>
              </a:rPr>
              <a:t> WAS GAME.</a:t>
            </a:r>
            <a:endParaRPr b="1" sz="1900">
              <a:solidFill>
                <a:schemeClr val="dk1"/>
              </a:solidFill>
            </a:endParaRPr>
          </a:p>
        </p:txBody>
      </p:sp>
      <p:cxnSp>
        <p:nvCxnSpPr>
          <p:cNvPr id="589" name="Google Shape;589;p57"/>
          <p:cNvCxnSpPr/>
          <p:nvPr/>
        </p:nvCxnSpPr>
        <p:spPr>
          <a:xfrm>
            <a:off x="19650" y="3198690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57"/>
          <p:cNvSpPr txBox="1"/>
          <p:nvPr/>
        </p:nvSpPr>
        <p:spPr>
          <a:xfrm>
            <a:off x="2988600" y="1747825"/>
            <a:ext cx="2267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      A told the truth.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591" name="Google Shape;591;p57"/>
          <p:cNvSpPr txBox="1"/>
          <p:nvPr/>
        </p:nvSpPr>
        <p:spPr>
          <a:xfrm>
            <a:off x="2994739" y="2131804"/>
            <a:ext cx="2267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        </a:t>
            </a:r>
            <a:r>
              <a:rPr lang="en-GB" sz="1700">
                <a:solidFill>
                  <a:schemeClr val="lt2"/>
                </a:solidFill>
              </a:rPr>
              <a:t> B as wrong.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592" name="Google Shape;592;p57"/>
          <p:cNvSpPr txBox="1"/>
          <p:nvPr/>
        </p:nvSpPr>
        <p:spPr>
          <a:xfrm>
            <a:off x="3013067" y="2576726"/>
            <a:ext cx="2267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    C was also wrong.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593" name="Google Shape;593;p57"/>
          <p:cNvSpPr txBox="1"/>
          <p:nvPr/>
        </p:nvSpPr>
        <p:spPr>
          <a:xfrm>
            <a:off x="2025700" y="3405625"/>
            <a:ext cx="43512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00FF00"/>
                </a:solidFill>
              </a:rPr>
              <a:t>         LEVEL 7 COMPLETE </a:t>
            </a:r>
            <a:endParaRPr b="1" sz="2200">
              <a:solidFill>
                <a:srgbClr val="00FF00"/>
              </a:solidFill>
            </a:endParaRPr>
          </a:p>
        </p:txBody>
      </p:sp>
      <p:sp>
        <p:nvSpPr>
          <p:cNvPr id="594" name="Google Shape;594;p57">
            <a:hlinkClick action="ppaction://hlinksldjump" r:id="rId3"/>
          </p:cNvPr>
          <p:cNvSpPr/>
          <p:nvPr/>
        </p:nvSpPr>
        <p:spPr>
          <a:xfrm>
            <a:off x="1038548" y="3944929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COLLECT YOUR BADGE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595" name="Google Shape;595;p57"/>
          <p:cNvSpPr txBox="1"/>
          <p:nvPr/>
        </p:nvSpPr>
        <p:spPr>
          <a:xfrm>
            <a:off x="526527" y="4660958"/>
            <a:ext cx="789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        Finally, a detective </a:t>
            </a:r>
            <a:r>
              <a:rPr lang="en-GB" sz="1800">
                <a:solidFill>
                  <a:schemeClr val="lt2"/>
                </a:solidFill>
              </a:rPr>
              <a:t>with</a:t>
            </a:r>
            <a:r>
              <a:rPr lang="en-GB" sz="1800">
                <a:solidFill>
                  <a:schemeClr val="lt2"/>
                </a:solidFill>
              </a:rPr>
              <a:t> a functioning brain.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8"/>
          <p:cNvSpPr txBox="1"/>
          <p:nvPr/>
        </p:nvSpPr>
        <p:spPr>
          <a:xfrm>
            <a:off x="274482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7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601" name="Google Shape;601;p58"/>
          <p:cNvSpPr txBox="1"/>
          <p:nvPr/>
        </p:nvSpPr>
        <p:spPr>
          <a:xfrm>
            <a:off x="2562008" y="541162"/>
            <a:ext cx="3876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FF0000"/>
                </a:solidFill>
              </a:rPr>
              <a:t>       OBJECTION</a:t>
            </a:r>
            <a:endParaRPr b="1" sz="2500">
              <a:solidFill>
                <a:srgbClr val="FF0000"/>
              </a:solidFill>
            </a:endParaRPr>
          </a:p>
        </p:txBody>
      </p:sp>
      <p:sp>
        <p:nvSpPr>
          <p:cNvPr id="602" name="Google Shape;602;p58"/>
          <p:cNvSpPr txBox="1"/>
          <p:nvPr/>
        </p:nvSpPr>
        <p:spPr>
          <a:xfrm>
            <a:off x="1282225" y="1150600"/>
            <a:ext cx="697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     YOUR DETECTIVE </a:t>
            </a:r>
            <a:r>
              <a:rPr b="1" lang="en-GB" sz="1900">
                <a:solidFill>
                  <a:schemeClr val="dk1"/>
                </a:solidFill>
              </a:rPr>
              <a:t>LICENSE</a:t>
            </a:r>
            <a:r>
              <a:rPr b="1" lang="en-GB" sz="1900">
                <a:solidFill>
                  <a:schemeClr val="dk1"/>
                </a:solidFill>
              </a:rPr>
              <a:t> HAS EXPIRED</a:t>
            </a:r>
            <a:endParaRPr b="1" sz="1900">
              <a:solidFill>
                <a:schemeClr val="dk1"/>
              </a:solidFill>
            </a:endParaRPr>
          </a:p>
        </p:txBody>
      </p:sp>
      <p:cxnSp>
        <p:nvCxnSpPr>
          <p:cNvPr id="603" name="Google Shape;603;p58"/>
          <p:cNvCxnSpPr/>
          <p:nvPr/>
        </p:nvCxnSpPr>
        <p:spPr>
          <a:xfrm>
            <a:off x="19650" y="2970090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58"/>
          <p:cNvSpPr txBox="1"/>
          <p:nvPr/>
        </p:nvSpPr>
        <p:spPr>
          <a:xfrm>
            <a:off x="1623500" y="1747825"/>
            <a:ext cx="608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      </a:t>
            </a:r>
            <a:r>
              <a:rPr lang="en-GB" sz="1700">
                <a:solidFill>
                  <a:schemeClr val="lt2"/>
                </a:solidFill>
              </a:rPr>
              <a:t> The evidence was practically screaming at you.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605" name="Google Shape;605;p58"/>
          <p:cNvSpPr txBox="1"/>
          <p:nvPr/>
        </p:nvSpPr>
        <p:spPr>
          <a:xfrm>
            <a:off x="1294405" y="2332957"/>
            <a:ext cx="580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              </a:t>
            </a:r>
            <a:r>
              <a:rPr lang="en-GB" sz="1700">
                <a:solidFill>
                  <a:schemeClr val="lt2"/>
                </a:solidFill>
              </a:rPr>
              <a:t>    And you still </a:t>
            </a:r>
            <a:r>
              <a:rPr lang="en-GB" sz="1700">
                <a:solidFill>
                  <a:schemeClr val="lt2"/>
                </a:solidFill>
              </a:rPr>
              <a:t>accused</a:t>
            </a:r>
            <a:r>
              <a:rPr lang="en-GB" sz="1700">
                <a:solidFill>
                  <a:schemeClr val="lt2"/>
                </a:solidFill>
              </a:rPr>
              <a:t> the wrong person.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606" name="Google Shape;606;p58"/>
          <p:cNvSpPr txBox="1"/>
          <p:nvPr/>
        </p:nvSpPr>
        <p:spPr>
          <a:xfrm>
            <a:off x="294950" y="3035425"/>
            <a:ext cx="79590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FF0000"/>
                </a:solidFill>
              </a:rPr>
              <a:t>                     CASE STATUS: </a:t>
            </a:r>
            <a:r>
              <a:rPr b="1" lang="en-GB" sz="2300">
                <a:solidFill>
                  <a:srgbClr val="FF0000"/>
                </a:solidFill>
              </a:rPr>
              <a:t>EMBARRASSING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607" name="Google Shape;607;p58">
            <a:hlinkClick action="ppaction://hlinksldjump" r:id="rId3"/>
          </p:cNvPr>
          <p:cNvSpPr/>
          <p:nvPr/>
        </p:nvSpPr>
        <p:spPr>
          <a:xfrm>
            <a:off x="1038548" y="3786480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REOPEN THE CASE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608" name="Google Shape;608;p58"/>
          <p:cNvSpPr txBox="1"/>
          <p:nvPr/>
        </p:nvSpPr>
        <p:spPr>
          <a:xfrm>
            <a:off x="550904" y="4587828"/>
            <a:ext cx="789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               Sherlock Holmes just unfollowed u.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9"/>
          <p:cNvSpPr txBox="1"/>
          <p:nvPr/>
        </p:nvSpPr>
        <p:spPr>
          <a:xfrm>
            <a:off x="274482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8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614" name="Google Shape;614;p59"/>
          <p:cNvSpPr txBox="1"/>
          <p:nvPr/>
        </p:nvSpPr>
        <p:spPr>
          <a:xfrm>
            <a:off x="2562008" y="541162"/>
            <a:ext cx="3876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FF0000"/>
                </a:solidFill>
              </a:rPr>
              <a:t>      FINAL BOSS</a:t>
            </a:r>
            <a:endParaRPr b="1" sz="2700">
              <a:solidFill>
                <a:srgbClr val="FF0000"/>
              </a:solidFill>
            </a:endParaRPr>
          </a:p>
        </p:txBody>
      </p:sp>
      <p:sp>
        <p:nvSpPr>
          <p:cNvPr id="615" name="Google Shape;615;p59"/>
          <p:cNvSpPr txBox="1"/>
          <p:nvPr/>
        </p:nvSpPr>
        <p:spPr>
          <a:xfrm>
            <a:off x="1282225" y="1150600"/>
            <a:ext cx="697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     THE ABSOLUTELY TERRIFYING GAME.</a:t>
            </a:r>
            <a:endParaRPr b="1" sz="1900">
              <a:solidFill>
                <a:schemeClr val="dk1"/>
              </a:solidFill>
            </a:endParaRPr>
          </a:p>
        </p:txBody>
      </p:sp>
      <p:cxnSp>
        <p:nvCxnSpPr>
          <p:cNvPr id="616" name="Google Shape;616;p59"/>
          <p:cNvCxnSpPr/>
          <p:nvPr/>
        </p:nvCxnSpPr>
        <p:spPr>
          <a:xfrm>
            <a:off x="19650" y="2714134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7" name="Google Shape;617;p59"/>
          <p:cNvSpPr txBox="1"/>
          <p:nvPr/>
        </p:nvSpPr>
        <p:spPr>
          <a:xfrm>
            <a:off x="1623500" y="1747825"/>
            <a:ext cx="608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                              HP: 999999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618" name="Google Shape;618;p59"/>
          <p:cNvSpPr txBox="1"/>
          <p:nvPr/>
        </p:nvSpPr>
        <p:spPr>
          <a:xfrm>
            <a:off x="1343159" y="2211073"/>
            <a:ext cx="580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                  Your HP: Emotionally unavailable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619" name="Google Shape;619;p59"/>
          <p:cNvSpPr txBox="1"/>
          <p:nvPr/>
        </p:nvSpPr>
        <p:spPr>
          <a:xfrm>
            <a:off x="294950" y="2889164"/>
            <a:ext cx="79590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                    CHOOSE YOUR ACTION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620" name="Google Shape;620;p59">
            <a:hlinkClick action="ppaction://hlinksldjump" r:id="rId3"/>
          </p:cNvPr>
          <p:cNvSpPr/>
          <p:nvPr/>
        </p:nvSpPr>
        <p:spPr>
          <a:xfrm>
            <a:off x="1087200" y="3420825"/>
            <a:ext cx="6252600" cy="536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                             A. ATTACK 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621" name="Google Shape;621;p59">
            <a:hlinkClick action="ppaction://hlinksldjump" r:id="rId4"/>
          </p:cNvPr>
          <p:cNvSpPr/>
          <p:nvPr/>
        </p:nvSpPr>
        <p:spPr>
          <a:xfrm>
            <a:off x="1087350" y="4133900"/>
            <a:ext cx="6252600" cy="5361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                 B. COMPLIMENT THE BOSS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622" name="Google Shape;622;p59"/>
          <p:cNvSpPr txBox="1"/>
          <p:nvPr/>
        </p:nvSpPr>
        <p:spPr>
          <a:xfrm>
            <a:off x="1623500" y="4709585"/>
            <a:ext cx="49851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The boss has self-esteem issues.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0"/>
          <p:cNvSpPr txBox="1"/>
          <p:nvPr/>
        </p:nvSpPr>
        <p:spPr>
          <a:xfrm>
            <a:off x="274482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8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628" name="Google Shape;628;p60"/>
          <p:cNvSpPr txBox="1"/>
          <p:nvPr/>
        </p:nvSpPr>
        <p:spPr>
          <a:xfrm>
            <a:off x="2208524" y="541150"/>
            <a:ext cx="422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FF0000"/>
                </a:solidFill>
              </a:rPr>
              <a:t>    </a:t>
            </a:r>
            <a:r>
              <a:rPr b="1" lang="en-GB" sz="2700">
                <a:solidFill>
                  <a:srgbClr val="FF0000"/>
                </a:solidFill>
              </a:rPr>
              <a:t>CRITICAL FAILURE</a:t>
            </a:r>
            <a:endParaRPr b="1" sz="2700">
              <a:solidFill>
                <a:srgbClr val="FF0000"/>
              </a:solidFill>
            </a:endParaRPr>
          </a:p>
        </p:txBody>
      </p:sp>
      <p:sp>
        <p:nvSpPr>
          <p:cNvPr id="629" name="Google Shape;629;p60"/>
          <p:cNvSpPr txBox="1"/>
          <p:nvPr/>
        </p:nvSpPr>
        <p:spPr>
          <a:xfrm>
            <a:off x="1282225" y="1150600"/>
            <a:ext cx="697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                  U PUNCHED A SCREEN.</a:t>
            </a:r>
            <a:endParaRPr b="1" sz="1900">
              <a:solidFill>
                <a:schemeClr val="dk1"/>
              </a:solidFill>
            </a:endParaRPr>
          </a:p>
        </p:txBody>
      </p:sp>
      <p:cxnSp>
        <p:nvCxnSpPr>
          <p:cNvPr id="630" name="Google Shape;630;p60"/>
          <p:cNvCxnSpPr/>
          <p:nvPr/>
        </p:nvCxnSpPr>
        <p:spPr>
          <a:xfrm>
            <a:off x="19650" y="2714134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60"/>
          <p:cNvSpPr txBox="1"/>
          <p:nvPr/>
        </p:nvSpPr>
        <p:spPr>
          <a:xfrm>
            <a:off x="1623500" y="1747825"/>
            <a:ext cx="608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                         BOSS HP: 999999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632" name="Google Shape;632;p60"/>
          <p:cNvSpPr txBox="1"/>
          <p:nvPr/>
        </p:nvSpPr>
        <p:spPr>
          <a:xfrm>
            <a:off x="1343159" y="2211073"/>
            <a:ext cx="580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                        Your hand: 0 damage dealt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633" name="Google Shape;633;p60"/>
          <p:cNvSpPr txBox="1"/>
          <p:nvPr/>
        </p:nvSpPr>
        <p:spPr>
          <a:xfrm>
            <a:off x="404650" y="2889175"/>
            <a:ext cx="8385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FF0000"/>
                </a:solidFill>
              </a:rPr>
              <a:t>                 DAMAGE REPORT: </a:t>
            </a:r>
            <a:r>
              <a:rPr b="1" lang="en-GB" sz="2300">
                <a:solidFill>
                  <a:srgbClr val="FF0000"/>
                </a:solidFill>
              </a:rPr>
              <a:t>EMBARRASSING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634" name="Google Shape;634;p60"/>
          <p:cNvSpPr txBox="1"/>
          <p:nvPr/>
        </p:nvSpPr>
        <p:spPr>
          <a:xfrm>
            <a:off x="1623500" y="4490194"/>
            <a:ext cx="49851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   The boss didn’t even notice. 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635" name="Google Shape;635;p60">
            <a:hlinkClick action="ppaction://hlinksldjump" r:id="rId3"/>
          </p:cNvPr>
          <p:cNvSpPr/>
          <p:nvPr/>
        </p:nvSpPr>
        <p:spPr>
          <a:xfrm>
            <a:off x="1038548" y="3652408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RETHINK YOUR LIFE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1"/>
          <p:cNvSpPr txBox="1"/>
          <p:nvPr/>
        </p:nvSpPr>
        <p:spPr>
          <a:xfrm>
            <a:off x="-787099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8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641" name="Google Shape;641;p61"/>
          <p:cNvSpPr txBox="1"/>
          <p:nvPr/>
        </p:nvSpPr>
        <p:spPr>
          <a:xfrm>
            <a:off x="2208524" y="50455"/>
            <a:ext cx="422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1"/>
                </a:solidFill>
              </a:rPr>
              <a:t>    FLATTER THE BOSS</a:t>
            </a:r>
            <a:endParaRPr b="1" sz="2700">
              <a:solidFill>
                <a:schemeClr val="dk1"/>
              </a:solidFill>
            </a:endParaRPr>
          </a:p>
        </p:txBody>
      </p:sp>
      <p:cxnSp>
        <p:nvCxnSpPr>
          <p:cNvPr id="642" name="Google Shape;642;p61"/>
          <p:cNvCxnSpPr/>
          <p:nvPr/>
        </p:nvCxnSpPr>
        <p:spPr>
          <a:xfrm>
            <a:off x="19650" y="1507123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3" name="Google Shape;643;p61"/>
          <p:cNvSpPr txBox="1"/>
          <p:nvPr/>
        </p:nvSpPr>
        <p:spPr>
          <a:xfrm>
            <a:off x="1586935" y="1046857"/>
            <a:ext cx="608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2"/>
                </a:solidFill>
              </a:rPr>
              <a:t>           Choose the perfect compliment to proceed.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644" name="Google Shape;644;p61"/>
          <p:cNvSpPr txBox="1"/>
          <p:nvPr/>
        </p:nvSpPr>
        <p:spPr>
          <a:xfrm>
            <a:off x="2171973" y="647711"/>
            <a:ext cx="4497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</a:rPr>
              <a:t>     The boss seems emotionally </a:t>
            </a:r>
            <a:r>
              <a:rPr lang="en-GB" sz="1600">
                <a:solidFill>
                  <a:schemeClr val="lt2"/>
                </a:solidFill>
              </a:rPr>
              <a:t>vulnerable.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645" name="Google Shape;645;p61">
            <a:hlinkClick action="ppaction://hlinksldjump" r:id="rId3"/>
          </p:cNvPr>
          <p:cNvSpPr/>
          <p:nvPr/>
        </p:nvSpPr>
        <p:spPr>
          <a:xfrm>
            <a:off x="806875" y="1625850"/>
            <a:ext cx="7544700" cy="6411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b="1" lang="en-GB" sz="1800">
                <a:solidFill>
                  <a:schemeClr val="dk1"/>
                </a:solidFill>
              </a:rPr>
              <a:t>“Your confidence is impressive.”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46" name="Google Shape;646;p61">
            <a:hlinkClick action="ppaction://hlinksldjump" r:id="rId4"/>
          </p:cNvPr>
          <p:cNvSpPr/>
          <p:nvPr/>
        </p:nvSpPr>
        <p:spPr>
          <a:xfrm>
            <a:off x="837391" y="2387669"/>
            <a:ext cx="7544700" cy="6411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B.   “You’re surprisingly good at this.”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47" name="Google Shape;647;p61">
            <a:hlinkClick action="ppaction://hlinksldjump" r:id="rId5"/>
          </p:cNvPr>
          <p:cNvSpPr/>
          <p:nvPr/>
        </p:nvSpPr>
        <p:spPr>
          <a:xfrm>
            <a:off x="843530" y="3189124"/>
            <a:ext cx="7544700" cy="6411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C</a:t>
            </a:r>
            <a:r>
              <a:rPr b="1" lang="en-GB" sz="1800">
                <a:solidFill>
                  <a:schemeClr val="dk1"/>
                </a:solidFill>
              </a:rPr>
              <a:t>.   “Your battle strategy is genius.”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48" name="Google Shape;648;p61">
            <a:hlinkClick action="ppaction://hlinksldjump" r:id="rId6"/>
          </p:cNvPr>
          <p:cNvSpPr/>
          <p:nvPr/>
        </p:nvSpPr>
        <p:spPr>
          <a:xfrm>
            <a:off x="855533" y="3938716"/>
            <a:ext cx="7544700" cy="6411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D</a:t>
            </a:r>
            <a:r>
              <a:rPr b="1" lang="en-GB" sz="1800">
                <a:solidFill>
                  <a:schemeClr val="dk1"/>
                </a:solidFill>
              </a:rPr>
              <a:t>.   “You have excellent taste in games.”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49" name="Google Shape;649;p61"/>
          <p:cNvSpPr txBox="1"/>
          <p:nvPr/>
        </p:nvSpPr>
        <p:spPr>
          <a:xfrm>
            <a:off x="953125" y="4733975"/>
            <a:ext cx="7447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</a:rPr>
              <a:t>       One </a:t>
            </a:r>
            <a:r>
              <a:rPr lang="en-GB" sz="1600">
                <a:solidFill>
                  <a:schemeClr val="lt2"/>
                </a:solidFill>
              </a:rPr>
              <a:t>complement</a:t>
            </a:r>
            <a:r>
              <a:rPr lang="en-GB" sz="1600">
                <a:solidFill>
                  <a:schemeClr val="lt2"/>
                </a:solidFill>
              </a:rPr>
              <a:t> orders the door. Three open the insult department.</a:t>
            </a:r>
            <a:endParaRPr sz="1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2"/>
          <p:cNvSpPr txBox="1"/>
          <p:nvPr/>
        </p:nvSpPr>
        <p:spPr>
          <a:xfrm>
            <a:off x="-787099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8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655" name="Google Shape;655;p62"/>
          <p:cNvSpPr txBox="1"/>
          <p:nvPr/>
        </p:nvSpPr>
        <p:spPr>
          <a:xfrm>
            <a:off x="2208525" y="279050"/>
            <a:ext cx="435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900">
                <a:solidFill>
                  <a:srgbClr val="FF0000"/>
                </a:solidFill>
              </a:rPr>
              <a:t>      </a:t>
            </a:r>
            <a:r>
              <a:rPr b="1" lang="en-GB" sz="2900">
                <a:solidFill>
                  <a:srgbClr val="FF0000"/>
                </a:solidFill>
              </a:rPr>
              <a:t>CONFIDENCE?!</a:t>
            </a:r>
            <a:endParaRPr b="1" sz="2900">
              <a:solidFill>
                <a:srgbClr val="FF0000"/>
              </a:solidFill>
            </a:endParaRPr>
          </a:p>
        </p:txBody>
      </p:sp>
      <p:cxnSp>
        <p:nvCxnSpPr>
          <p:cNvPr id="656" name="Google Shape;656;p62"/>
          <p:cNvCxnSpPr/>
          <p:nvPr/>
        </p:nvCxnSpPr>
        <p:spPr>
          <a:xfrm>
            <a:off x="19650" y="2192923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7" name="Google Shape;657;p62"/>
          <p:cNvSpPr txBox="1"/>
          <p:nvPr/>
        </p:nvSpPr>
        <p:spPr>
          <a:xfrm>
            <a:off x="1257848" y="3061733"/>
            <a:ext cx="608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2"/>
                </a:solidFill>
              </a:rPr>
              <a:t>              U accidentally described him too accurately. </a:t>
            </a:r>
            <a:endParaRPr sz="1900">
              <a:solidFill>
                <a:schemeClr val="lt2"/>
              </a:solidFill>
            </a:endParaRPr>
          </a:p>
        </p:txBody>
      </p:sp>
      <p:sp>
        <p:nvSpPr>
          <p:cNvPr id="658" name="Google Shape;658;p62"/>
          <p:cNvSpPr txBox="1"/>
          <p:nvPr/>
        </p:nvSpPr>
        <p:spPr>
          <a:xfrm>
            <a:off x="2293850" y="955575"/>
            <a:ext cx="3717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   “That’s not confidence.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59" name="Google Shape;659;p62"/>
          <p:cNvSpPr txBox="1"/>
          <p:nvPr/>
        </p:nvSpPr>
        <p:spPr>
          <a:xfrm>
            <a:off x="1586925" y="1491850"/>
            <a:ext cx="5557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     That’s a carefully </a:t>
            </a:r>
            <a:r>
              <a:rPr b="1" lang="en-GB" sz="1800">
                <a:solidFill>
                  <a:schemeClr val="dk1"/>
                </a:solidFill>
              </a:rPr>
              <a:t>maintained</a:t>
            </a:r>
            <a:r>
              <a:rPr b="1" lang="en-GB" sz="1800">
                <a:solidFill>
                  <a:schemeClr val="dk1"/>
                </a:solidFill>
              </a:rPr>
              <a:t> illusion.”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60" name="Google Shape;660;p62"/>
          <p:cNvSpPr txBox="1"/>
          <p:nvPr/>
        </p:nvSpPr>
        <p:spPr>
          <a:xfrm>
            <a:off x="2330425" y="2393800"/>
            <a:ext cx="4144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FF0000"/>
                </a:solidFill>
              </a:rPr>
              <a:t>  THE BOSS IS OFFENDED.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661" name="Google Shape;661;p62">
            <a:hlinkClick action="ppaction://hlinksldjump" r:id="rId3"/>
          </p:cNvPr>
          <p:cNvSpPr/>
          <p:nvPr/>
        </p:nvSpPr>
        <p:spPr>
          <a:xfrm>
            <a:off x="1038548" y="3652408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     APOLOGISE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662" name="Google Shape;662;p62"/>
          <p:cNvSpPr txBox="1"/>
          <p:nvPr/>
        </p:nvSpPr>
        <p:spPr>
          <a:xfrm>
            <a:off x="2025687" y="4490208"/>
            <a:ext cx="4997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Even your compliments need a filter.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3"/>
          <p:cNvSpPr txBox="1"/>
          <p:nvPr/>
        </p:nvSpPr>
        <p:spPr>
          <a:xfrm>
            <a:off x="-787099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8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668" name="Google Shape;668;p63"/>
          <p:cNvSpPr txBox="1"/>
          <p:nvPr/>
        </p:nvSpPr>
        <p:spPr>
          <a:xfrm>
            <a:off x="2208525" y="279050"/>
            <a:ext cx="435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900">
                <a:solidFill>
                  <a:srgbClr val="FF0000"/>
                </a:solidFill>
              </a:rPr>
              <a:t>           GENIUS?!</a:t>
            </a:r>
            <a:endParaRPr b="1" sz="2900">
              <a:solidFill>
                <a:srgbClr val="FF0000"/>
              </a:solidFill>
            </a:endParaRPr>
          </a:p>
        </p:txBody>
      </p:sp>
      <p:cxnSp>
        <p:nvCxnSpPr>
          <p:cNvPr id="669" name="Google Shape;669;p63"/>
          <p:cNvCxnSpPr/>
          <p:nvPr/>
        </p:nvCxnSpPr>
        <p:spPr>
          <a:xfrm>
            <a:off x="19650" y="2040523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0" name="Google Shape;670;p63"/>
          <p:cNvSpPr txBox="1"/>
          <p:nvPr/>
        </p:nvSpPr>
        <p:spPr>
          <a:xfrm>
            <a:off x="148700" y="2680725"/>
            <a:ext cx="867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2"/>
                </a:solidFill>
              </a:rPr>
              <a:t>              Congratulations. You discovered the boss’s secret technique.</a:t>
            </a:r>
            <a:r>
              <a:rPr lang="en-GB" sz="1900">
                <a:solidFill>
                  <a:schemeClr val="lt2"/>
                </a:solidFill>
              </a:rPr>
              <a:t> </a:t>
            </a:r>
            <a:endParaRPr sz="1900">
              <a:solidFill>
                <a:schemeClr val="lt2"/>
              </a:solidFill>
            </a:endParaRPr>
          </a:p>
        </p:txBody>
      </p:sp>
      <p:sp>
        <p:nvSpPr>
          <p:cNvPr id="671" name="Google Shape;671;p63"/>
          <p:cNvSpPr txBox="1"/>
          <p:nvPr/>
        </p:nvSpPr>
        <p:spPr>
          <a:xfrm>
            <a:off x="1416300" y="955575"/>
            <a:ext cx="581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   “My entire battle strategy is standing here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72" name="Google Shape;672;p63"/>
          <p:cNvSpPr txBox="1"/>
          <p:nvPr/>
        </p:nvSpPr>
        <p:spPr>
          <a:xfrm>
            <a:off x="1586925" y="1491850"/>
            <a:ext cx="5557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               </a:t>
            </a:r>
            <a:r>
              <a:rPr b="1" lang="en-GB" sz="1800">
                <a:solidFill>
                  <a:schemeClr val="dk1"/>
                </a:solidFill>
              </a:rPr>
              <a:t>a</a:t>
            </a:r>
            <a:r>
              <a:rPr b="1" lang="en-GB" sz="1800">
                <a:solidFill>
                  <a:schemeClr val="dk1"/>
                </a:solidFill>
              </a:rPr>
              <a:t>nd hoping you panic.”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73" name="Google Shape;673;p63"/>
          <p:cNvSpPr txBox="1"/>
          <p:nvPr/>
        </p:nvSpPr>
        <p:spPr>
          <a:xfrm>
            <a:off x="2318237" y="2156081"/>
            <a:ext cx="4144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    STRATEGY REVEALED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674" name="Google Shape;674;p63">
            <a:hlinkClick action="ppaction://hlinksldjump" r:id="rId3"/>
          </p:cNvPr>
          <p:cNvSpPr/>
          <p:nvPr/>
        </p:nvSpPr>
        <p:spPr>
          <a:xfrm>
            <a:off x="1038548" y="3881008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  I TAKE IT BACK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675" name="Google Shape;675;p63"/>
          <p:cNvSpPr txBox="1"/>
          <p:nvPr/>
        </p:nvSpPr>
        <p:spPr>
          <a:xfrm>
            <a:off x="1087275" y="4566400"/>
            <a:ext cx="675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The boss has filed a complaint against your </a:t>
            </a:r>
            <a:r>
              <a:rPr lang="en-GB" sz="1800">
                <a:solidFill>
                  <a:schemeClr val="lt2"/>
                </a:solidFill>
              </a:rPr>
              <a:t>compliment.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676" name="Google Shape;676;p63"/>
          <p:cNvSpPr txBox="1"/>
          <p:nvPr/>
        </p:nvSpPr>
        <p:spPr>
          <a:xfrm>
            <a:off x="179216" y="3162211"/>
            <a:ext cx="867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2"/>
                </a:solidFill>
              </a:rPr>
              <a:t>              Unfortunately, knowing the strategy doesn’t make u smarter.</a:t>
            </a:r>
            <a:endParaRPr sz="19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4"/>
          <p:cNvSpPr txBox="1"/>
          <p:nvPr/>
        </p:nvSpPr>
        <p:spPr>
          <a:xfrm>
            <a:off x="-787099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8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682" name="Google Shape;682;p64"/>
          <p:cNvSpPr txBox="1"/>
          <p:nvPr/>
        </p:nvSpPr>
        <p:spPr>
          <a:xfrm>
            <a:off x="1721000" y="279050"/>
            <a:ext cx="5204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900">
                <a:solidFill>
                  <a:srgbClr val="FF0000"/>
                </a:solidFill>
              </a:rPr>
              <a:t>         SURPRISINGLY?!</a:t>
            </a:r>
            <a:endParaRPr b="1" sz="2900">
              <a:solidFill>
                <a:srgbClr val="FF0000"/>
              </a:solidFill>
            </a:endParaRPr>
          </a:p>
        </p:txBody>
      </p:sp>
      <p:cxnSp>
        <p:nvCxnSpPr>
          <p:cNvPr id="683" name="Google Shape;683;p64"/>
          <p:cNvCxnSpPr/>
          <p:nvPr/>
        </p:nvCxnSpPr>
        <p:spPr>
          <a:xfrm>
            <a:off x="19650" y="2040523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4" name="Google Shape;684;p64"/>
          <p:cNvSpPr txBox="1"/>
          <p:nvPr/>
        </p:nvSpPr>
        <p:spPr>
          <a:xfrm>
            <a:off x="148700" y="2680725"/>
            <a:ext cx="867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2"/>
                </a:solidFill>
              </a:rPr>
              <a:t>                                               U tried to be nice </a:t>
            </a:r>
            <a:endParaRPr sz="1900">
              <a:solidFill>
                <a:schemeClr val="lt2"/>
              </a:solidFill>
            </a:endParaRPr>
          </a:p>
        </p:txBody>
      </p:sp>
      <p:sp>
        <p:nvSpPr>
          <p:cNvPr id="685" name="Google Shape;685;p64"/>
          <p:cNvSpPr txBox="1"/>
          <p:nvPr/>
        </p:nvSpPr>
        <p:spPr>
          <a:xfrm>
            <a:off x="1416300" y="955575"/>
            <a:ext cx="581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         “So u expected me to be terrible?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86" name="Google Shape;686;p64"/>
          <p:cNvSpPr txBox="1"/>
          <p:nvPr/>
        </p:nvSpPr>
        <p:spPr>
          <a:xfrm>
            <a:off x="1586925" y="1491850"/>
            <a:ext cx="5557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                   AFTER ALL THIS?!”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87" name="Google Shape;687;p64"/>
          <p:cNvSpPr txBox="1"/>
          <p:nvPr/>
        </p:nvSpPr>
        <p:spPr>
          <a:xfrm>
            <a:off x="2318237" y="2156081"/>
            <a:ext cx="4144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FF0000"/>
                </a:solidFill>
              </a:rPr>
              <a:t>    BOSS ANGER: +9000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688" name="Google Shape;688;p64">
            <a:hlinkClick action="ppaction://hlinksldjump" r:id="rId3"/>
          </p:cNvPr>
          <p:cNvSpPr/>
          <p:nvPr/>
        </p:nvSpPr>
        <p:spPr>
          <a:xfrm>
            <a:off x="1038548" y="3881008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PLEASE CALM DOWN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689" name="Google Shape;689;p64"/>
          <p:cNvSpPr txBox="1"/>
          <p:nvPr/>
        </p:nvSpPr>
        <p:spPr>
          <a:xfrm>
            <a:off x="1087275" y="4566400"/>
            <a:ext cx="675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The boss is writing an angry review of your compliment.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690" name="Google Shape;690;p64"/>
          <p:cNvSpPr txBox="1"/>
          <p:nvPr/>
        </p:nvSpPr>
        <p:spPr>
          <a:xfrm>
            <a:off x="179216" y="3162211"/>
            <a:ext cx="867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2"/>
                </a:solidFill>
              </a:rPr>
              <a:t>                                  Somehow u made everything worse.</a:t>
            </a:r>
            <a:endParaRPr sz="19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5"/>
          <p:cNvSpPr txBox="1"/>
          <p:nvPr/>
        </p:nvSpPr>
        <p:spPr>
          <a:xfrm>
            <a:off x="-787099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8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696" name="Google Shape;696;p65"/>
          <p:cNvSpPr txBox="1"/>
          <p:nvPr/>
        </p:nvSpPr>
        <p:spPr>
          <a:xfrm>
            <a:off x="1721000" y="279050"/>
            <a:ext cx="5204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900">
                <a:solidFill>
                  <a:srgbClr val="FF0000"/>
                </a:solidFill>
              </a:rPr>
              <a:t>      </a:t>
            </a:r>
            <a:r>
              <a:rPr b="1" lang="en-GB" sz="2900">
                <a:solidFill>
                  <a:srgbClr val="00FF00"/>
                </a:solidFill>
              </a:rPr>
              <a:t>WAIT… IT WORKED?</a:t>
            </a:r>
            <a:endParaRPr b="1" sz="2900">
              <a:solidFill>
                <a:srgbClr val="00FF00"/>
              </a:solidFill>
            </a:endParaRPr>
          </a:p>
        </p:txBody>
      </p:sp>
      <p:cxnSp>
        <p:nvCxnSpPr>
          <p:cNvPr id="697" name="Google Shape;697;p65"/>
          <p:cNvCxnSpPr/>
          <p:nvPr/>
        </p:nvCxnSpPr>
        <p:spPr>
          <a:xfrm>
            <a:off x="19650" y="2040523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8" name="Google Shape;698;p65"/>
          <p:cNvSpPr txBox="1"/>
          <p:nvPr/>
        </p:nvSpPr>
        <p:spPr>
          <a:xfrm>
            <a:off x="148700" y="2680725"/>
            <a:ext cx="867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                               Boss has agreed to let u pass.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699" name="Google Shape;699;p65"/>
          <p:cNvSpPr txBox="1"/>
          <p:nvPr/>
        </p:nvSpPr>
        <p:spPr>
          <a:xfrm>
            <a:off x="1416300" y="955575"/>
            <a:ext cx="581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           </a:t>
            </a:r>
            <a:r>
              <a:rPr b="1" lang="en-GB" sz="2200">
                <a:solidFill>
                  <a:schemeClr val="dk1"/>
                </a:solidFill>
              </a:rPr>
              <a:t>THE BOSS IS BLUSHING.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700" name="Google Shape;700;p65"/>
          <p:cNvSpPr txBox="1"/>
          <p:nvPr/>
        </p:nvSpPr>
        <p:spPr>
          <a:xfrm>
            <a:off x="1087400" y="1491850"/>
            <a:ext cx="6922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</a:t>
            </a:r>
            <a:r>
              <a:rPr lang="en-GB" sz="1900">
                <a:solidFill>
                  <a:schemeClr val="dk1"/>
                </a:solidFill>
              </a:rPr>
              <a:t>“</a:t>
            </a:r>
            <a:r>
              <a:rPr lang="en-GB" sz="1900">
                <a:solidFill>
                  <a:schemeClr val="dk1"/>
                </a:solidFill>
              </a:rPr>
              <a:t>Nobody</a:t>
            </a:r>
            <a:r>
              <a:rPr lang="en-GB" sz="1900">
                <a:solidFill>
                  <a:schemeClr val="dk1"/>
                </a:solidFill>
              </a:rPr>
              <a:t> has complimented my game design before.”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701" name="Google Shape;701;p65"/>
          <p:cNvSpPr txBox="1"/>
          <p:nvPr/>
        </p:nvSpPr>
        <p:spPr>
          <a:xfrm>
            <a:off x="1721000" y="2156075"/>
            <a:ext cx="511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FF00"/>
                </a:solidFill>
              </a:rPr>
              <a:t>    BOSS APPROVAL: GRANTED</a:t>
            </a:r>
            <a:endParaRPr b="1" sz="2300">
              <a:solidFill>
                <a:srgbClr val="00FF00"/>
              </a:solidFill>
            </a:endParaRPr>
          </a:p>
        </p:txBody>
      </p:sp>
      <p:sp>
        <p:nvSpPr>
          <p:cNvPr id="702" name="Google Shape;702;p65">
            <a:hlinkClick action="ppaction://hlinksldjump" r:id="rId3"/>
          </p:cNvPr>
          <p:cNvSpPr/>
          <p:nvPr/>
        </p:nvSpPr>
        <p:spPr>
          <a:xfrm>
            <a:off x="1038548" y="3881008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ADVANCE TO LEVEL 9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703" name="Google Shape;703;p65"/>
          <p:cNvSpPr txBox="1"/>
          <p:nvPr/>
        </p:nvSpPr>
        <p:spPr>
          <a:xfrm>
            <a:off x="648425" y="4566400"/>
            <a:ext cx="7849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U defeated a boss with flattery. What a time to be alive.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04" name="Google Shape;704;p65"/>
          <p:cNvSpPr txBox="1"/>
          <p:nvPr/>
        </p:nvSpPr>
        <p:spPr>
          <a:xfrm>
            <a:off x="179216" y="3162211"/>
            <a:ext cx="867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                                          Don’t make this </a:t>
            </a:r>
            <a:r>
              <a:rPr lang="en-GB" sz="1900">
                <a:solidFill>
                  <a:schemeClr val="dk1"/>
                </a:solidFill>
              </a:rPr>
              <a:t>weird</a:t>
            </a:r>
            <a:r>
              <a:rPr lang="en-GB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6"/>
          <p:cNvSpPr txBox="1"/>
          <p:nvPr/>
        </p:nvSpPr>
        <p:spPr>
          <a:xfrm>
            <a:off x="274482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9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710" name="Google Shape;710;p66"/>
          <p:cNvSpPr txBox="1"/>
          <p:nvPr/>
        </p:nvSpPr>
        <p:spPr>
          <a:xfrm>
            <a:off x="1684425" y="541150"/>
            <a:ext cx="539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FF0000"/>
                </a:solidFill>
              </a:rPr>
              <a:t>         THE REVERSE TEST</a:t>
            </a:r>
            <a:endParaRPr b="1" sz="2700">
              <a:solidFill>
                <a:srgbClr val="FF0000"/>
              </a:solidFill>
            </a:endParaRPr>
          </a:p>
        </p:txBody>
      </p:sp>
      <p:sp>
        <p:nvSpPr>
          <p:cNvPr id="711" name="Google Shape;711;p66"/>
          <p:cNvSpPr txBox="1"/>
          <p:nvPr/>
        </p:nvSpPr>
        <p:spPr>
          <a:xfrm>
            <a:off x="1282225" y="1150600"/>
            <a:ext cx="697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For this level, follow the instructions given below:</a:t>
            </a:r>
            <a:endParaRPr b="1" sz="1900">
              <a:solidFill>
                <a:schemeClr val="dk1"/>
              </a:solidFill>
            </a:endParaRPr>
          </a:p>
        </p:txBody>
      </p:sp>
      <p:cxnSp>
        <p:nvCxnSpPr>
          <p:cNvPr id="712" name="Google Shape;712;p66"/>
          <p:cNvCxnSpPr/>
          <p:nvPr/>
        </p:nvCxnSpPr>
        <p:spPr>
          <a:xfrm>
            <a:off x="19650" y="1799734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66"/>
          <p:cNvSpPr txBox="1"/>
          <p:nvPr/>
        </p:nvSpPr>
        <p:spPr>
          <a:xfrm>
            <a:off x="270575" y="4758329"/>
            <a:ext cx="8324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</a:rPr>
              <a:t>                           The instructions were reviewed by absolutely nobody.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714" name="Google Shape;714;p66"/>
          <p:cNvSpPr txBox="1"/>
          <p:nvPr/>
        </p:nvSpPr>
        <p:spPr>
          <a:xfrm>
            <a:off x="112125" y="1906275"/>
            <a:ext cx="3303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INSTRUCTIONS: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15" name="Google Shape;715;p66"/>
          <p:cNvSpPr txBox="1"/>
          <p:nvPr/>
        </p:nvSpPr>
        <p:spPr>
          <a:xfrm>
            <a:off x="160875" y="2406000"/>
            <a:ext cx="54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AutoNum type="arabicPeriod"/>
            </a:pPr>
            <a:r>
              <a:rPr lang="en-GB" sz="1800">
                <a:solidFill>
                  <a:schemeClr val="lt2"/>
                </a:solidFill>
              </a:rPr>
              <a:t>Do NOT press the red button.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16" name="Google Shape;716;p66"/>
          <p:cNvSpPr txBox="1"/>
          <p:nvPr/>
        </p:nvSpPr>
        <p:spPr>
          <a:xfrm>
            <a:off x="167014" y="2826545"/>
            <a:ext cx="54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2.   </a:t>
            </a:r>
            <a:r>
              <a:rPr lang="en-GB" sz="1800">
                <a:solidFill>
                  <a:schemeClr val="lt2"/>
                </a:solidFill>
              </a:rPr>
              <a:t>Do NOT press any grey button.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17" name="Google Shape;717;p66"/>
          <p:cNvSpPr txBox="1"/>
          <p:nvPr/>
        </p:nvSpPr>
        <p:spPr>
          <a:xfrm>
            <a:off x="173154" y="3271466"/>
            <a:ext cx="54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3.   You MUST press a button to continue.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18" name="Google Shape;718;p66"/>
          <p:cNvSpPr txBox="1"/>
          <p:nvPr/>
        </p:nvSpPr>
        <p:spPr>
          <a:xfrm>
            <a:off x="179293" y="3692010"/>
            <a:ext cx="54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4.   Ignore instruction 3.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19" name="Google Shape;719;p66">
            <a:hlinkClick action="ppaction://hlinksldjump" r:id="rId3"/>
          </p:cNvPr>
          <p:cNvSpPr/>
          <p:nvPr/>
        </p:nvSpPr>
        <p:spPr>
          <a:xfrm>
            <a:off x="1038550" y="4228327"/>
            <a:ext cx="6752400" cy="5670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 I UNDERSTAND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7"/>
          <p:cNvSpPr txBox="1"/>
          <p:nvPr/>
        </p:nvSpPr>
        <p:spPr>
          <a:xfrm>
            <a:off x="274482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9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725" name="Google Shape;725;p67"/>
          <p:cNvSpPr txBox="1"/>
          <p:nvPr/>
        </p:nvSpPr>
        <p:spPr>
          <a:xfrm>
            <a:off x="1684425" y="541150"/>
            <a:ext cx="539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FF0000"/>
                </a:solidFill>
              </a:rPr>
              <a:t>        U READ THE RULES?</a:t>
            </a:r>
            <a:endParaRPr b="1" sz="2700">
              <a:solidFill>
                <a:srgbClr val="FF0000"/>
              </a:solidFill>
            </a:endParaRPr>
          </a:p>
        </p:txBody>
      </p:sp>
      <p:sp>
        <p:nvSpPr>
          <p:cNvPr id="726" name="Google Shape;726;p67"/>
          <p:cNvSpPr txBox="1"/>
          <p:nvPr/>
        </p:nvSpPr>
        <p:spPr>
          <a:xfrm>
            <a:off x="1282225" y="1150600"/>
            <a:ext cx="697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                  Great, now follow them.</a:t>
            </a:r>
            <a:endParaRPr b="1" sz="1900">
              <a:solidFill>
                <a:schemeClr val="dk1"/>
              </a:solidFill>
            </a:endParaRPr>
          </a:p>
        </p:txBody>
      </p:sp>
      <p:cxnSp>
        <p:nvCxnSpPr>
          <p:cNvPr id="727" name="Google Shape;727;p67"/>
          <p:cNvCxnSpPr/>
          <p:nvPr/>
        </p:nvCxnSpPr>
        <p:spPr>
          <a:xfrm>
            <a:off x="19650" y="1799734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8" name="Google Shape;728;p67"/>
          <p:cNvSpPr txBox="1"/>
          <p:nvPr/>
        </p:nvSpPr>
        <p:spPr>
          <a:xfrm>
            <a:off x="2220725" y="1881875"/>
            <a:ext cx="43392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   CHOOSE YOUR ACTION.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729" name="Google Shape;729;p67">
            <a:hlinkClick action="ppaction://hlinksldjump" r:id="rId3"/>
          </p:cNvPr>
          <p:cNvSpPr/>
          <p:nvPr/>
        </p:nvSpPr>
        <p:spPr>
          <a:xfrm>
            <a:off x="916575" y="2381475"/>
            <a:ext cx="7118100" cy="5886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     A. </a:t>
            </a:r>
            <a:r>
              <a:rPr b="1" lang="en-GB" sz="2000">
                <a:solidFill>
                  <a:schemeClr val="dk1"/>
                </a:solidFill>
              </a:rPr>
              <a:t>OBEY ALL INSTRUCTIONS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730" name="Google Shape;730;p67">
            <a:hlinkClick action="ppaction://hlinksldjump" r:id="rId4"/>
          </p:cNvPr>
          <p:cNvSpPr/>
          <p:nvPr/>
        </p:nvSpPr>
        <p:spPr>
          <a:xfrm>
            <a:off x="934903" y="3143294"/>
            <a:ext cx="7118100" cy="5886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      B. IGNORE INSTRUCTION 3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731" name="Google Shape;731;p67">
            <a:hlinkClick action="ppaction://hlinksldjump" r:id="rId5"/>
          </p:cNvPr>
          <p:cNvSpPr/>
          <p:nvPr/>
        </p:nvSpPr>
        <p:spPr>
          <a:xfrm>
            <a:off x="941042" y="3905114"/>
            <a:ext cx="7118100" cy="5886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  C. REFUSE TO PRESS ANYTHING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732" name="Google Shape;732;p67"/>
          <p:cNvSpPr txBox="1"/>
          <p:nvPr/>
        </p:nvSpPr>
        <p:spPr>
          <a:xfrm>
            <a:off x="1721000" y="4660835"/>
            <a:ext cx="60576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Every option is wrong. Technically, so is this question.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8"/>
          <p:cNvSpPr txBox="1"/>
          <p:nvPr/>
        </p:nvSpPr>
        <p:spPr>
          <a:xfrm>
            <a:off x="-83657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9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738" name="Google Shape;738;p68"/>
          <p:cNvSpPr txBox="1"/>
          <p:nvPr/>
        </p:nvSpPr>
        <p:spPr>
          <a:xfrm>
            <a:off x="1684425" y="312550"/>
            <a:ext cx="539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FF0000"/>
                </a:solidFill>
              </a:rPr>
              <a:t>               IMPOSSIBLE</a:t>
            </a:r>
            <a:endParaRPr b="1" sz="2700">
              <a:solidFill>
                <a:srgbClr val="FF0000"/>
              </a:solidFill>
            </a:endParaRPr>
          </a:p>
        </p:txBody>
      </p:sp>
      <p:sp>
        <p:nvSpPr>
          <p:cNvPr id="739" name="Google Shape;739;p68"/>
          <p:cNvSpPr txBox="1"/>
          <p:nvPr/>
        </p:nvSpPr>
        <p:spPr>
          <a:xfrm>
            <a:off x="1233471" y="934188"/>
            <a:ext cx="697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</a:rPr>
              <a:t>        YOU OBEYED </a:t>
            </a:r>
            <a:r>
              <a:rPr b="1" lang="en-GB" sz="2100">
                <a:solidFill>
                  <a:schemeClr val="dk1"/>
                </a:solidFill>
              </a:rPr>
              <a:t>ALL THE INSTRUCTIONS</a:t>
            </a:r>
            <a:endParaRPr b="1" sz="2100">
              <a:solidFill>
                <a:schemeClr val="dk1"/>
              </a:solidFill>
            </a:endParaRPr>
          </a:p>
        </p:txBody>
      </p:sp>
      <p:cxnSp>
        <p:nvCxnSpPr>
          <p:cNvPr id="740" name="Google Shape;740;p68"/>
          <p:cNvCxnSpPr/>
          <p:nvPr/>
        </p:nvCxnSpPr>
        <p:spPr>
          <a:xfrm>
            <a:off x="19650" y="1571134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1" name="Google Shape;741;p68"/>
          <p:cNvSpPr txBox="1"/>
          <p:nvPr/>
        </p:nvSpPr>
        <p:spPr>
          <a:xfrm>
            <a:off x="2220725" y="1613640"/>
            <a:ext cx="43392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   THAT’S THE PROBLEM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742" name="Google Shape;742;p68"/>
          <p:cNvSpPr txBox="1"/>
          <p:nvPr/>
        </p:nvSpPr>
        <p:spPr>
          <a:xfrm>
            <a:off x="1721000" y="4660835"/>
            <a:ext cx="60576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Your obedience has been rejected.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43" name="Google Shape;743;p68"/>
          <p:cNvSpPr txBox="1"/>
          <p:nvPr/>
        </p:nvSpPr>
        <p:spPr>
          <a:xfrm>
            <a:off x="1867250" y="2284112"/>
            <a:ext cx="4875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Instruction 3 told u to press a button.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44" name="Google Shape;744;p68"/>
          <p:cNvSpPr txBox="1"/>
          <p:nvPr/>
        </p:nvSpPr>
        <p:spPr>
          <a:xfrm>
            <a:off x="1885578" y="2741221"/>
            <a:ext cx="4875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Instruction 4 told u to ignore it.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45" name="Google Shape;745;p68"/>
          <p:cNvSpPr txBox="1"/>
          <p:nvPr/>
        </p:nvSpPr>
        <p:spPr>
          <a:xfrm>
            <a:off x="977500" y="3259175"/>
            <a:ext cx="6399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  Even the rules don’t know what they want.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46" name="Google Shape;746;p68">
            <a:hlinkClick action="ppaction://hlinksldjump" r:id="rId3"/>
          </p:cNvPr>
          <p:cNvSpPr/>
          <p:nvPr/>
        </p:nvSpPr>
        <p:spPr>
          <a:xfrm>
            <a:off x="1038548" y="3881008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  RECONSIDER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9"/>
          <p:cNvSpPr txBox="1"/>
          <p:nvPr/>
        </p:nvSpPr>
        <p:spPr>
          <a:xfrm>
            <a:off x="-83657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9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752" name="Google Shape;752;p69"/>
          <p:cNvSpPr txBox="1"/>
          <p:nvPr/>
        </p:nvSpPr>
        <p:spPr>
          <a:xfrm>
            <a:off x="1684425" y="312550"/>
            <a:ext cx="539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FF0000"/>
                </a:solidFill>
              </a:rPr>
              <a:t>             GENIUS MOVE.</a:t>
            </a:r>
            <a:endParaRPr b="1" sz="2700">
              <a:solidFill>
                <a:srgbClr val="FF0000"/>
              </a:solidFill>
            </a:endParaRPr>
          </a:p>
        </p:txBody>
      </p:sp>
      <p:sp>
        <p:nvSpPr>
          <p:cNvPr id="753" name="Google Shape;753;p69"/>
          <p:cNvSpPr txBox="1"/>
          <p:nvPr/>
        </p:nvSpPr>
        <p:spPr>
          <a:xfrm>
            <a:off x="1233471" y="934188"/>
            <a:ext cx="697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</a:rPr>
              <a:t>         YOU REFUSED TO PRESS ANYTHING.</a:t>
            </a:r>
            <a:endParaRPr b="1" sz="2100">
              <a:solidFill>
                <a:schemeClr val="dk1"/>
              </a:solidFill>
            </a:endParaRPr>
          </a:p>
        </p:txBody>
      </p:sp>
      <p:cxnSp>
        <p:nvCxnSpPr>
          <p:cNvPr id="754" name="Google Shape;754;p69"/>
          <p:cNvCxnSpPr/>
          <p:nvPr/>
        </p:nvCxnSpPr>
        <p:spPr>
          <a:xfrm>
            <a:off x="19650" y="1571134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5" name="Google Shape;755;p69"/>
          <p:cNvSpPr txBox="1"/>
          <p:nvPr/>
        </p:nvSpPr>
        <p:spPr>
          <a:xfrm>
            <a:off x="2220725" y="1613640"/>
            <a:ext cx="43392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    SO, WHY R U HERE?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756" name="Google Shape;756;p69"/>
          <p:cNvSpPr txBox="1"/>
          <p:nvPr/>
        </p:nvSpPr>
        <p:spPr>
          <a:xfrm>
            <a:off x="1721000" y="4660835"/>
            <a:ext cx="60576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Doing nothing was </a:t>
            </a:r>
            <a:r>
              <a:rPr lang="en-GB" sz="1800">
                <a:solidFill>
                  <a:schemeClr val="lt2"/>
                </a:solidFill>
              </a:rPr>
              <a:t>certainly</a:t>
            </a:r>
            <a:r>
              <a:rPr lang="en-GB" sz="1800">
                <a:solidFill>
                  <a:schemeClr val="lt2"/>
                </a:solidFill>
              </a:rPr>
              <a:t> a decision.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57" name="Google Shape;757;p69"/>
          <p:cNvSpPr txBox="1"/>
          <p:nvPr/>
        </p:nvSpPr>
        <p:spPr>
          <a:xfrm>
            <a:off x="1867250" y="2284112"/>
            <a:ext cx="4875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U successfully avoided every button.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58" name="Google Shape;758;p69"/>
          <p:cNvSpPr txBox="1"/>
          <p:nvPr/>
        </p:nvSpPr>
        <p:spPr>
          <a:xfrm>
            <a:off x="1233475" y="2741225"/>
            <a:ext cx="62892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Unfortunately, u also avoided making progress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59" name="Google Shape;759;p69"/>
          <p:cNvSpPr txBox="1"/>
          <p:nvPr/>
        </p:nvSpPr>
        <p:spPr>
          <a:xfrm>
            <a:off x="977500" y="3259175"/>
            <a:ext cx="6399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  The game is still waiting. Take your time.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60" name="Google Shape;760;p69">
            <a:hlinkClick action="ppaction://hlinksldjump" r:id="rId3"/>
          </p:cNvPr>
          <p:cNvSpPr/>
          <p:nvPr/>
        </p:nvSpPr>
        <p:spPr>
          <a:xfrm>
            <a:off x="1038548" y="3881008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 FINE, I’ll CLICK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0"/>
          <p:cNvSpPr txBox="1"/>
          <p:nvPr/>
        </p:nvSpPr>
        <p:spPr>
          <a:xfrm>
            <a:off x="-83657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LEVEL 9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766" name="Google Shape;766;p70"/>
          <p:cNvSpPr txBox="1"/>
          <p:nvPr/>
        </p:nvSpPr>
        <p:spPr>
          <a:xfrm>
            <a:off x="1684425" y="312550"/>
            <a:ext cx="539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00FF00"/>
                </a:solidFill>
              </a:rPr>
              <a:t>     WAIT… THAT WORKED?</a:t>
            </a:r>
            <a:endParaRPr b="1" sz="2700">
              <a:solidFill>
                <a:srgbClr val="00FF00"/>
              </a:solidFill>
            </a:endParaRPr>
          </a:p>
        </p:txBody>
      </p:sp>
      <p:sp>
        <p:nvSpPr>
          <p:cNvPr id="767" name="Google Shape;767;p70"/>
          <p:cNvSpPr txBox="1"/>
          <p:nvPr/>
        </p:nvSpPr>
        <p:spPr>
          <a:xfrm>
            <a:off x="1233471" y="934188"/>
            <a:ext cx="697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</a:rPr>
              <a:t>                  YOU IGNORED THE RULE.</a:t>
            </a:r>
            <a:endParaRPr b="1" sz="2100">
              <a:solidFill>
                <a:schemeClr val="dk1"/>
              </a:solidFill>
            </a:endParaRPr>
          </a:p>
        </p:txBody>
      </p:sp>
      <p:cxnSp>
        <p:nvCxnSpPr>
          <p:cNvPr id="768" name="Google Shape;768;p70"/>
          <p:cNvCxnSpPr/>
          <p:nvPr/>
        </p:nvCxnSpPr>
        <p:spPr>
          <a:xfrm>
            <a:off x="19650" y="2637934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9" name="Google Shape;769;p70"/>
          <p:cNvSpPr txBox="1"/>
          <p:nvPr/>
        </p:nvSpPr>
        <p:spPr>
          <a:xfrm>
            <a:off x="1721000" y="4660835"/>
            <a:ext cx="60576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Don’t get confident, the next level is worse.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70" name="Google Shape;770;p70"/>
          <p:cNvSpPr txBox="1"/>
          <p:nvPr/>
        </p:nvSpPr>
        <p:spPr>
          <a:xfrm>
            <a:off x="843425" y="1558665"/>
            <a:ext cx="72399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2"/>
                </a:solidFill>
              </a:rPr>
              <a:t>                  Instruction 4 told u to ignore instruction 3.</a:t>
            </a:r>
            <a:endParaRPr sz="1900">
              <a:solidFill>
                <a:schemeClr val="lt2"/>
              </a:solidFill>
            </a:endParaRPr>
          </a:p>
        </p:txBody>
      </p:sp>
      <p:sp>
        <p:nvSpPr>
          <p:cNvPr id="771" name="Google Shape;771;p70"/>
          <p:cNvSpPr txBox="1"/>
          <p:nvPr/>
        </p:nvSpPr>
        <p:spPr>
          <a:xfrm>
            <a:off x="1233475" y="1979225"/>
            <a:ext cx="62892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2"/>
                </a:solidFill>
              </a:rPr>
              <a:t>                      And u </a:t>
            </a:r>
            <a:r>
              <a:rPr lang="en-GB" sz="2000">
                <a:solidFill>
                  <a:schemeClr val="lt2"/>
                </a:solidFill>
              </a:rPr>
              <a:t>actually listened.</a:t>
            </a:r>
            <a:endParaRPr sz="2000">
              <a:solidFill>
                <a:schemeClr val="lt2"/>
              </a:solidFill>
            </a:endParaRPr>
          </a:p>
        </p:txBody>
      </p:sp>
      <p:sp>
        <p:nvSpPr>
          <p:cNvPr id="772" name="Google Shape;772;p70"/>
          <p:cNvSpPr txBox="1"/>
          <p:nvPr/>
        </p:nvSpPr>
        <p:spPr>
          <a:xfrm>
            <a:off x="1050630" y="3411575"/>
            <a:ext cx="6399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</a:t>
            </a:r>
            <a:r>
              <a:rPr lang="en-GB" sz="1800">
                <a:solidFill>
                  <a:schemeClr val="dk1"/>
                </a:solidFill>
              </a:rPr>
              <a:t>You found a loophole in a rulebook written by an idiot.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73" name="Google Shape;773;p70">
            <a:hlinkClick action="ppaction://hlinksldjump" r:id="rId3"/>
          </p:cNvPr>
          <p:cNvSpPr/>
          <p:nvPr/>
        </p:nvSpPr>
        <p:spPr>
          <a:xfrm>
            <a:off x="1038548" y="3881008"/>
            <a:ext cx="6752400" cy="633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ENTER THE FINAL LEVEL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774" name="Google Shape;774;p70"/>
          <p:cNvSpPr txBox="1"/>
          <p:nvPr/>
        </p:nvSpPr>
        <p:spPr>
          <a:xfrm>
            <a:off x="2427925" y="2832575"/>
            <a:ext cx="3595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FF00"/>
                </a:solidFill>
              </a:rPr>
              <a:t>     LEVEL 9 COMPLETE</a:t>
            </a:r>
            <a:endParaRPr b="1" sz="2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1"/>
          <p:cNvSpPr txBox="1"/>
          <p:nvPr/>
        </p:nvSpPr>
        <p:spPr>
          <a:xfrm>
            <a:off x="274482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  LEVEL 10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780" name="Google Shape;780;p71"/>
          <p:cNvSpPr txBox="1"/>
          <p:nvPr/>
        </p:nvSpPr>
        <p:spPr>
          <a:xfrm>
            <a:off x="1684425" y="541150"/>
            <a:ext cx="539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FF0000"/>
                </a:solidFill>
              </a:rPr>
              <a:t>               SO. U MADE IT.</a:t>
            </a:r>
            <a:endParaRPr b="1" sz="2700">
              <a:solidFill>
                <a:srgbClr val="FF0000"/>
              </a:solidFill>
            </a:endParaRPr>
          </a:p>
        </p:txBody>
      </p:sp>
      <p:sp>
        <p:nvSpPr>
          <p:cNvPr id="781" name="Google Shape;781;p71"/>
          <p:cNvSpPr txBox="1"/>
          <p:nvPr/>
        </p:nvSpPr>
        <p:spPr>
          <a:xfrm>
            <a:off x="1282225" y="1150600"/>
            <a:ext cx="697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                        THIS IS YOUR FINAL TEST.</a:t>
            </a:r>
            <a:endParaRPr b="1" sz="1900">
              <a:solidFill>
                <a:schemeClr val="dk1"/>
              </a:solidFill>
            </a:endParaRPr>
          </a:p>
        </p:txBody>
      </p:sp>
      <p:cxnSp>
        <p:nvCxnSpPr>
          <p:cNvPr id="782" name="Google Shape;782;p71"/>
          <p:cNvCxnSpPr/>
          <p:nvPr/>
        </p:nvCxnSpPr>
        <p:spPr>
          <a:xfrm>
            <a:off x="19650" y="2256934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" name="Google Shape;783;p71"/>
          <p:cNvSpPr txBox="1"/>
          <p:nvPr/>
        </p:nvSpPr>
        <p:spPr>
          <a:xfrm>
            <a:off x="270575" y="4758323"/>
            <a:ext cx="8324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</a:rPr>
              <a:t>                                                 U should have quit at level 1.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784" name="Google Shape;784;p71"/>
          <p:cNvSpPr txBox="1"/>
          <p:nvPr/>
        </p:nvSpPr>
        <p:spPr>
          <a:xfrm>
            <a:off x="1416275" y="2380188"/>
            <a:ext cx="54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                Three doors stand before u.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85" name="Google Shape;785;p71"/>
          <p:cNvSpPr txBox="1"/>
          <p:nvPr/>
        </p:nvSpPr>
        <p:spPr>
          <a:xfrm>
            <a:off x="2123747" y="2826545"/>
            <a:ext cx="54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One leads to freedom.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86" name="Google Shape;786;p71"/>
          <p:cNvSpPr txBox="1"/>
          <p:nvPr/>
        </p:nvSpPr>
        <p:spPr>
          <a:xfrm>
            <a:off x="1477226" y="3692000"/>
            <a:ext cx="647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One leads to something u will regret.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87" name="Google Shape;787;p71">
            <a:hlinkClick action="ppaction://hlinksldjump" r:id="rId3"/>
          </p:cNvPr>
          <p:cNvSpPr/>
          <p:nvPr/>
        </p:nvSpPr>
        <p:spPr>
          <a:xfrm>
            <a:off x="1038550" y="4228327"/>
            <a:ext cx="6752400" cy="5670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 FACE YOUR FATE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788" name="Google Shape;788;p71"/>
          <p:cNvSpPr txBox="1"/>
          <p:nvPr/>
        </p:nvSpPr>
        <p:spPr>
          <a:xfrm>
            <a:off x="2464500" y="1686875"/>
            <a:ext cx="4083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No hints. No retries. No excuses.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89" name="Google Shape;789;p71"/>
          <p:cNvSpPr txBox="1"/>
          <p:nvPr/>
        </p:nvSpPr>
        <p:spPr>
          <a:xfrm>
            <a:off x="2129887" y="3247089"/>
            <a:ext cx="54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One leads to the truth.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2"/>
          <p:cNvSpPr txBox="1"/>
          <p:nvPr/>
        </p:nvSpPr>
        <p:spPr>
          <a:xfrm>
            <a:off x="-91277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  LEVEL 10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795" name="Google Shape;795;p72"/>
          <p:cNvSpPr txBox="1"/>
          <p:nvPr/>
        </p:nvSpPr>
        <p:spPr>
          <a:xfrm>
            <a:off x="1495460" y="160150"/>
            <a:ext cx="539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0000"/>
                </a:solidFill>
              </a:rPr>
              <a:t>               THREE DOORS</a:t>
            </a:r>
            <a:endParaRPr b="1" sz="3000">
              <a:solidFill>
                <a:srgbClr val="FF0000"/>
              </a:solidFill>
            </a:endParaRPr>
          </a:p>
        </p:txBody>
      </p:sp>
      <p:sp>
        <p:nvSpPr>
          <p:cNvPr id="796" name="Google Shape;796;p72"/>
          <p:cNvSpPr txBox="1"/>
          <p:nvPr/>
        </p:nvSpPr>
        <p:spPr>
          <a:xfrm>
            <a:off x="904295" y="845800"/>
            <a:ext cx="697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One final choice. No going back.</a:t>
            </a:r>
            <a:endParaRPr b="1" sz="2200">
              <a:solidFill>
                <a:schemeClr val="dk1"/>
              </a:solidFill>
            </a:endParaRPr>
          </a:p>
        </p:txBody>
      </p:sp>
      <p:cxnSp>
        <p:nvCxnSpPr>
          <p:cNvPr id="797" name="Google Shape;797;p72"/>
          <p:cNvCxnSpPr/>
          <p:nvPr/>
        </p:nvCxnSpPr>
        <p:spPr>
          <a:xfrm>
            <a:off x="19650" y="1342534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8" name="Google Shape;798;p72"/>
          <p:cNvSpPr txBox="1"/>
          <p:nvPr/>
        </p:nvSpPr>
        <p:spPr>
          <a:xfrm>
            <a:off x="270575" y="4758323"/>
            <a:ext cx="8324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</a:rPr>
              <a:t>                                            The game </a:t>
            </a:r>
            <a:r>
              <a:rPr lang="en-GB" sz="1600">
                <a:solidFill>
                  <a:schemeClr val="lt2"/>
                </a:solidFill>
              </a:rPr>
              <a:t>definitely</a:t>
            </a:r>
            <a:r>
              <a:rPr lang="en-GB" sz="1600">
                <a:solidFill>
                  <a:schemeClr val="lt2"/>
                </a:solidFill>
              </a:rPr>
              <a:t> has no ulterior motives.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799" name="Google Shape;799;p72">
            <a:hlinkClick action="ppaction://hlinksldjump" r:id="rId3"/>
          </p:cNvPr>
          <p:cNvSpPr/>
          <p:nvPr/>
        </p:nvSpPr>
        <p:spPr>
          <a:xfrm>
            <a:off x="1428475" y="1561825"/>
            <a:ext cx="6240600" cy="9417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UcPeriod"/>
            </a:pPr>
            <a:r>
              <a:rPr b="1" lang="en-GB" sz="2000">
                <a:solidFill>
                  <a:schemeClr val="dk1"/>
                </a:solidFill>
              </a:rPr>
              <a:t>THE EXIT DOOR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99999"/>
                </a:solidFill>
              </a:rPr>
              <a:t>“Finally, freedom”</a:t>
            </a:r>
            <a:endParaRPr b="1" sz="2000">
              <a:solidFill>
                <a:srgbClr val="999999"/>
              </a:solidFill>
            </a:endParaRPr>
          </a:p>
        </p:txBody>
      </p:sp>
      <p:sp>
        <p:nvSpPr>
          <p:cNvPr id="800" name="Google Shape;800;p72">
            <a:hlinkClick action="ppaction://hlinksldjump" r:id="rId4"/>
          </p:cNvPr>
          <p:cNvSpPr/>
          <p:nvPr/>
        </p:nvSpPr>
        <p:spPr>
          <a:xfrm>
            <a:off x="1428475" y="2677198"/>
            <a:ext cx="6240600" cy="9417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    B.    </a:t>
            </a:r>
            <a:r>
              <a:rPr b="1" lang="en-GB" sz="2000">
                <a:solidFill>
                  <a:schemeClr val="dk1"/>
                </a:solidFill>
              </a:rPr>
              <a:t>THE </a:t>
            </a:r>
            <a:r>
              <a:rPr b="1" lang="en-GB" sz="2000">
                <a:solidFill>
                  <a:schemeClr val="dk1"/>
                </a:solidFill>
              </a:rPr>
              <a:t>TRUTH DOOR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99999"/>
                </a:solidFill>
              </a:rPr>
              <a:t>“I need to know the truth”</a:t>
            </a:r>
            <a:endParaRPr b="1" sz="2000">
              <a:solidFill>
                <a:srgbClr val="999999"/>
              </a:solidFill>
            </a:endParaRPr>
          </a:p>
        </p:txBody>
      </p:sp>
      <p:sp>
        <p:nvSpPr>
          <p:cNvPr id="801" name="Google Shape;801;p72">
            <a:hlinkClick action="ppaction://hlinksldjump" r:id="rId5"/>
          </p:cNvPr>
          <p:cNvSpPr/>
          <p:nvPr/>
        </p:nvSpPr>
        <p:spPr>
          <a:xfrm>
            <a:off x="1458991" y="3780292"/>
            <a:ext cx="6240600" cy="9417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  C.    THE MYSTERY DOOR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99999"/>
                </a:solidFill>
              </a:rPr>
              <a:t>“What could possibly go wrong?”</a:t>
            </a:r>
            <a:endParaRPr b="1" sz="20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3"/>
          <p:cNvSpPr txBox="1"/>
          <p:nvPr/>
        </p:nvSpPr>
        <p:spPr>
          <a:xfrm>
            <a:off x="-91277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  LEVEL 10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807" name="Google Shape;807;p73"/>
          <p:cNvSpPr txBox="1"/>
          <p:nvPr/>
        </p:nvSpPr>
        <p:spPr>
          <a:xfrm>
            <a:off x="1495460" y="160150"/>
            <a:ext cx="539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00FF00"/>
                </a:solidFill>
              </a:rPr>
              <a:t>               YOU’RE FREE!</a:t>
            </a:r>
            <a:endParaRPr b="1" sz="3000">
              <a:solidFill>
                <a:srgbClr val="00FF00"/>
              </a:solidFill>
            </a:endParaRPr>
          </a:p>
        </p:txBody>
      </p:sp>
      <p:sp>
        <p:nvSpPr>
          <p:cNvPr id="808" name="Google Shape;808;p73"/>
          <p:cNvSpPr txBox="1"/>
          <p:nvPr/>
        </p:nvSpPr>
        <p:spPr>
          <a:xfrm>
            <a:off x="904295" y="845800"/>
            <a:ext cx="697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   YOU ACTUALLY ESCAPED.</a:t>
            </a:r>
            <a:endParaRPr b="1" sz="2200">
              <a:solidFill>
                <a:schemeClr val="dk1"/>
              </a:solidFill>
            </a:endParaRPr>
          </a:p>
        </p:txBody>
      </p:sp>
      <p:cxnSp>
        <p:nvCxnSpPr>
          <p:cNvPr id="809" name="Google Shape;809;p73"/>
          <p:cNvCxnSpPr/>
          <p:nvPr/>
        </p:nvCxnSpPr>
        <p:spPr>
          <a:xfrm>
            <a:off x="19650" y="2714134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0" name="Google Shape;810;p73"/>
          <p:cNvSpPr txBox="1"/>
          <p:nvPr/>
        </p:nvSpPr>
        <p:spPr>
          <a:xfrm>
            <a:off x="270575" y="4758323"/>
            <a:ext cx="8324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</a:rPr>
              <a:t>                                            You can trust one last button. Right?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811" name="Google Shape;811;p73"/>
          <p:cNvSpPr txBox="1"/>
          <p:nvPr/>
        </p:nvSpPr>
        <p:spPr>
          <a:xfrm>
            <a:off x="3122675" y="1412600"/>
            <a:ext cx="2888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No more puzzles.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12" name="Google Shape;812;p73"/>
          <p:cNvSpPr txBox="1"/>
          <p:nvPr/>
        </p:nvSpPr>
        <p:spPr>
          <a:xfrm>
            <a:off x="3171425" y="1842150"/>
            <a:ext cx="2620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No more traps.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13" name="Google Shape;813;p73"/>
          <p:cNvSpPr txBox="1"/>
          <p:nvPr/>
        </p:nvSpPr>
        <p:spPr>
          <a:xfrm>
            <a:off x="1915025" y="2198850"/>
            <a:ext cx="56565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No more annoying red or grey buttons.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14" name="Google Shape;814;p73"/>
          <p:cNvSpPr txBox="1"/>
          <p:nvPr/>
        </p:nvSpPr>
        <p:spPr>
          <a:xfrm>
            <a:off x="2817963" y="2865975"/>
            <a:ext cx="344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WAIT A SECOND…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815" name="Google Shape;815;p73"/>
          <p:cNvSpPr txBox="1"/>
          <p:nvPr/>
        </p:nvSpPr>
        <p:spPr>
          <a:xfrm>
            <a:off x="1495450" y="3445075"/>
            <a:ext cx="616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          Why is there still one more button?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816" name="Google Shape;816;p73">
            <a:hlinkClick action="ppaction://hlinksldjump" r:id="rId3"/>
          </p:cNvPr>
          <p:cNvSpPr/>
          <p:nvPr/>
        </p:nvSpPr>
        <p:spPr>
          <a:xfrm>
            <a:off x="1038550" y="4075927"/>
            <a:ext cx="6752400" cy="5670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CLAIM MY FREEDOM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4"/>
          <p:cNvSpPr txBox="1"/>
          <p:nvPr/>
        </p:nvSpPr>
        <p:spPr>
          <a:xfrm>
            <a:off x="-91277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  LEVEL 10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822" name="Google Shape;822;p74"/>
          <p:cNvSpPr txBox="1"/>
          <p:nvPr/>
        </p:nvSpPr>
        <p:spPr>
          <a:xfrm>
            <a:off x="1495460" y="160150"/>
            <a:ext cx="539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00FF00"/>
                </a:solidFill>
              </a:rPr>
              <a:t>               THE TRUTH.</a:t>
            </a:r>
            <a:endParaRPr b="1" sz="3000">
              <a:solidFill>
                <a:srgbClr val="00FF00"/>
              </a:solidFill>
            </a:endParaRPr>
          </a:p>
        </p:txBody>
      </p:sp>
      <p:sp>
        <p:nvSpPr>
          <p:cNvPr id="823" name="Google Shape;823;p74"/>
          <p:cNvSpPr txBox="1"/>
          <p:nvPr/>
        </p:nvSpPr>
        <p:spPr>
          <a:xfrm>
            <a:off x="904295" y="845800"/>
            <a:ext cx="697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  YOU FOUND THE SECRET.</a:t>
            </a:r>
            <a:endParaRPr b="1" sz="2200">
              <a:solidFill>
                <a:schemeClr val="dk1"/>
              </a:solidFill>
            </a:endParaRPr>
          </a:p>
        </p:txBody>
      </p:sp>
      <p:cxnSp>
        <p:nvCxnSpPr>
          <p:cNvPr id="824" name="Google Shape;824;p74"/>
          <p:cNvCxnSpPr/>
          <p:nvPr/>
        </p:nvCxnSpPr>
        <p:spPr>
          <a:xfrm>
            <a:off x="19650" y="2409334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74"/>
          <p:cNvSpPr txBox="1"/>
          <p:nvPr/>
        </p:nvSpPr>
        <p:spPr>
          <a:xfrm>
            <a:off x="270575" y="4758323"/>
            <a:ext cx="8324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</a:rPr>
              <a:t>                                                     At least </a:t>
            </a:r>
            <a:r>
              <a:rPr lang="en-GB" sz="1600">
                <a:solidFill>
                  <a:schemeClr val="lt2"/>
                </a:solidFill>
              </a:rPr>
              <a:t>you got this far.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826" name="Google Shape;826;p74"/>
          <p:cNvSpPr txBox="1"/>
          <p:nvPr/>
        </p:nvSpPr>
        <p:spPr>
          <a:xfrm>
            <a:off x="2315650" y="1412600"/>
            <a:ext cx="446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Every trap. Every fake victory.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27" name="Google Shape;827;p74"/>
          <p:cNvSpPr txBox="1"/>
          <p:nvPr/>
        </p:nvSpPr>
        <p:spPr>
          <a:xfrm>
            <a:off x="2817975" y="1842150"/>
            <a:ext cx="3403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Every ridiculous instruction.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28" name="Google Shape;828;p74"/>
          <p:cNvSpPr txBox="1"/>
          <p:nvPr/>
        </p:nvSpPr>
        <p:spPr>
          <a:xfrm>
            <a:off x="1915024" y="2561175"/>
            <a:ext cx="523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IT WAS NEVER ABOUT WINNING.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829" name="Google Shape;829;p74"/>
          <p:cNvSpPr txBox="1"/>
          <p:nvPr/>
        </p:nvSpPr>
        <p:spPr>
          <a:xfrm>
            <a:off x="1495450" y="3064075"/>
            <a:ext cx="616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The game </a:t>
            </a:r>
            <a:r>
              <a:rPr b="1" lang="en-GB" sz="1800">
                <a:solidFill>
                  <a:schemeClr val="dk1"/>
                </a:solidFill>
              </a:rPr>
              <a:t>wanted to know if you’d keep playing.</a:t>
            </a:r>
            <a:r>
              <a:rPr b="1" lang="en-GB" sz="1800">
                <a:solidFill>
                  <a:schemeClr val="dk1"/>
                </a:solidFill>
              </a:rPr>
              <a:t> 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830" name="Google Shape;830;p74">
            <a:hlinkClick action="ppaction://hlinksldjump" r:id="rId3"/>
          </p:cNvPr>
          <p:cNvSpPr/>
          <p:nvPr/>
        </p:nvSpPr>
        <p:spPr>
          <a:xfrm>
            <a:off x="1038550" y="4075927"/>
            <a:ext cx="6752400" cy="5670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ACCEPT THE TRUTH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831" name="Google Shape;831;p74"/>
          <p:cNvSpPr txBox="1"/>
          <p:nvPr/>
        </p:nvSpPr>
        <p:spPr>
          <a:xfrm>
            <a:off x="1540245" y="3540166"/>
            <a:ext cx="616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                            And you did.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5"/>
          <p:cNvSpPr txBox="1"/>
          <p:nvPr/>
        </p:nvSpPr>
        <p:spPr>
          <a:xfrm>
            <a:off x="-91277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  LEVEL 10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837" name="Google Shape;837;p75"/>
          <p:cNvSpPr txBox="1"/>
          <p:nvPr/>
        </p:nvSpPr>
        <p:spPr>
          <a:xfrm>
            <a:off x="1495460" y="160150"/>
            <a:ext cx="539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0000"/>
                </a:solidFill>
              </a:rPr>
              <a:t>        WHAT HAVE U DONE</a:t>
            </a:r>
            <a:endParaRPr b="1" sz="3000">
              <a:solidFill>
                <a:srgbClr val="FF0000"/>
              </a:solidFill>
            </a:endParaRPr>
          </a:p>
        </p:txBody>
      </p:sp>
      <p:sp>
        <p:nvSpPr>
          <p:cNvPr id="838" name="Google Shape;838;p75"/>
          <p:cNvSpPr txBox="1"/>
          <p:nvPr/>
        </p:nvSpPr>
        <p:spPr>
          <a:xfrm>
            <a:off x="904295" y="845800"/>
            <a:ext cx="697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YOU OPENED THE MYSTERY DOOR.</a:t>
            </a:r>
            <a:endParaRPr b="1" sz="2200">
              <a:solidFill>
                <a:schemeClr val="dk1"/>
              </a:solidFill>
            </a:endParaRPr>
          </a:p>
        </p:txBody>
      </p:sp>
      <p:cxnSp>
        <p:nvCxnSpPr>
          <p:cNvPr id="839" name="Google Shape;839;p75"/>
          <p:cNvCxnSpPr/>
          <p:nvPr/>
        </p:nvCxnSpPr>
        <p:spPr>
          <a:xfrm>
            <a:off x="19650" y="2714134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" name="Google Shape;840;p75"/>
          <p:cNvSpPr txBox="1"/>
          <p:nvPr/>
        </p:nvSpPr>
        <p:spPr>
          <a:xfrm>
            <a:off x="270575" y="4682123"/>
            <a:ext cx="8324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</a:rPr>
              <a:t>                                            Your curiosity has </a:t>
            </a:r>
            <a:r>
              <a:rPr lang="en-GB" sz="1600">
                <a:solidFill>
                  <a:schemeClr val="lt2"/>
                </a:solidFill>
              </a:rPr>
              <a:t>officially</a:t>
            </a:r>
            <a:r>
              <a:rPr lang="en-GB" sz="1600">
                <a:solidFill>
                  <a:schemeClr val="lt2"/>
                </a:solidFill>
              </a:rPr>
              <a:t> gone too far.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841" name="Google Shape;841;p75"/>
          <p:cNvSpPr txBox="1"/>
          <p:nvPr/>
        </p:nvSpPr>
        <p:spPr>
          <a:xfrm>
            <a:off x="2315650" y="1412600"/>
            <a:ext cx="446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     You ignored the exit.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42" name="Google Shape;842;p75"/>
          <p:cNvSpPr txBox="1"/>
          <p:nvPr/>
        </p:nvSpPr>
        <p:spPr>
          <a:xfrm>
            <a:off x="2817975" y="1842150"/>
            <a:ext cx="3403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</a:t>
            </a:r>
            <a:r>
              <a:rPr lang="en-GB" sz="1800">
                <a:solidFill>
                  <a:schemeClr val="lt2"/>
                </a:solidFill>
              </a:rPr>
              <a:t> You </a:t>
            </a:r>
            <a:r>
              <a:rPr lang="en-GB" sz="1800">
                <a:solidFill>
                  <a:schemeClr val="lt2"/>
                </a:solidFill>
              </a:rPr>
              <a:t>ignored</a:t>
            </a:r>
            <a:r>
              <a:rPr lang="en-GB" sz="1800">
                <a:solidFill>
                  <a:schemeClr val="lt2"/>
                </a:solidFill>
              </a:rPr>
              <a:t> the truth.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43" name="Google Shape;843;p75"/>
          <p:cNvSpPr txBox="1"/>
          <p:nvPr/>
        </p:nvSpPr>
        <p:spPr>
          <a:xfrm>
            <a:off x="1361500" y="3292675"/>
            <a:ext cx="746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  There’s a mop, a bucket, and a suspiciously familiar red button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844" name="Google Shape;844;p75">
            <a:hlinkClick action="ppaction://hlinksldjump" r:id="rId3"/>
          </p:cNvPr>
          <p:cNvSpPr/>
          <p:nvPr/>
        </p:nvSpPr>
        <p:spPr>
          <a:xfrm>
            <a:off x="1038550" y="4075927"/>
            <a:ext cx="6752400" cy="5670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ESCAPE THE CLOSET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845" name="Google Shape;845;p75"/>
          <p:cNvSpPr txBox="1"/>
          <p:nvPr/>
        </p:nvSpPr>
        <p:spPr>
          <a:xfrm>
            <a:off x="1540245" y="3671045"/>
            <a:ext cx="616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                   Even the janitor is </a:t>
            </a:r>
            <a:r>
              <a:rPr b="1" lang="en-GB" sz="1600">
                <a:solidFill>
                  <a:schemeClr val="dk1"/>
                </a:solidFill>
              </a:rPr>
              <a:t>disappointed</a:t>
            </a:r>
            <a:r>
              <a:rPr b="1" lang="en-GB" sz="1600">
                <a:solidFill>
                  <a:schemeClr val="dk1"/>
                </a:solidFill>
              </a:rPr>
              <a:t> in u.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846" name="Google Shape;846;p75"/>
          <p:cNvSpPr txBox="1"/>
          <p:nvPr/>
        </p:nvSpPr>
        <p:spPr>
          <a:xfrm>
            <a:off x="1811825" y="2242050"/>
            <a:ext cx="539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You chose the door labelled </a:t>
            </a:r>
            <a:r>
              <a:rPr b="1" lang="en-GB" sz="1800">
                <a:solidFill>
                  <a:schemeClr val="lt2"/>
                </a:solidFill>
              </a:rPr>
              <a:t>“</a:t>
            </a:r>
            <a:r>
              <a:rPr b="1" lang="en-GB" sz="1800">
                <a:solidFill>
                  <a:schemeClr val="lt2"/>
                </a:solidFill>
              </a:rPr>
              <a:t>MYSTERY.”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847" name="Google Shape;847;p75"/>
          <p:cNvSpPr txBox="1"/>
          <p:nvPr/>
        </p:nvSpPr>
        <p:spPr>
          <a:xfrm>
            <a:off x="2679750" y="2823540"/>
            <a:ext cx="349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IT’S A STORAGE CLOSET.</a:t>
            </a:r>
            <a:endParaRPr b="1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6"/>
          <p:cNvSpPr txBox="1"/>
          <p:nvPr/>
        </p:nvSpPr>
        <p:spPr>
          <a:xfrm>
            <a:off x="-912775" y="41438"/>
            <a:ext cx="2827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</a:rPr>
              <a:t>              LEVEL 10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853" name="Google Shape;853;p76"/>
          <p:cNvSpPr txBox="1"/>
          <p:nvPr/>
        </p:nvSpPr>
        <p:spPr>
          <a:xfrm>
            <a:off x="1495460" y="323310"/>
            <a:ext cx="5399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00FF00"/>
                </a:solidFill>
              </a:rPr>
              <a:t>        CONGRATULATIONS!</a:t>
            </a:r>
            <a:endParaRPr b="1" sz="3000">
              <a:solidFill>
                <a:srgbClr val="00FF00"/>
              </a:solidFill>
            </a:endParaRPr>
          </a:p>
        </p:txBody>
      </p:sp>
      <p:sp>
        <p:nvSpPr>
          <p:cNvPr id="854" name="Google Shape;854;p76"/>
          <p:cNvSpPr txBox="1"/>
          <p:nvPr/>
        </p:nvSpPr>
        <p:spPr>
          <a:xfrm>
            <a:off x="904300" y="922000"/>
            <a:ext cx="7598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YOU ACTUALLY BEAT THIS GAME</a:t>
            </a:r>
            <a:r>
              <a:rPr b="1" lang="en-GB" sz="1000">
                <a:solidFill>
                  <a:schemeClr val="dk1"/>
                </a:solidFill>
              </a:rPr>
              <a:t> </a:t>
            </a:r>
            <a:r>
              <a:rPr b="1" lang="en-GB" sz="2200">
                <a:solidFill>
                  <a:schemeClr val="dk1"/>
                </a:solidFill>
              </a:rPr>
              <a:t>. </a:t>
            </a:r>
            <a:r>
              <a:rPr b="1" lang="en-GB" sz="900">
                <a:solidFill>
                  <a:srgbClr val="666666"/>
                </a:solidFill>
              </a:rPr>
              <a:t>(FOR REAL THIS TIME)</a:t>
            </a:r>
            <a:endParaRPr b="1" sz="900">
              <a:solidFill>
                <a:srgbClr val="666666"/>
              </a:solidFill>
            </a:endParaRPr>
          </a:p>
        </p:txBody>
      </p:sp>
      <p:cxnSp>
        <p:nvCxnSpPr>
          <p:cNvPr id="855" name="Google Shape;855;p76"/>
          <p:cNvCxnSpPr/>
          <p:nvPr/>
        </p:nvCxnSpPr>
        <p:spPr>
          <a:xfrm>
            <a:off x="19650" y="2561734"/>
            <a:ext cx="910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6" name="Google Shape;856;p76"/>
          <p:cNvSpPr txBox="1"/>
          <p:nvPr/>
        </p:nvSpPr>
        <p:spPr>
          <a:xfrm>
            <a:off x="270575" y="4682123"/>
            <a:ext cx="8324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</a:rPr>
              <a:t>                                                  Trust me. This time, it’s real.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857" name="Google Shape;857;p76"/>
          <p:cNvSpPr txBox="1"/>
          <p:nvPr/>
        </p:nvSpPr>
        <p:spPr>
          <a:xfrm>
            <a:off x="2315650" y="1565000"/>
            <a:ext cx="446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10 levels. Countless traps.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58" name="Google Shape;858;p76"/>
          <p:cNvSpPr txBox="1"/>
          <p:nvPr/>
        </p:nvSpPr>
        <p:spPr>
          <a:xfrm>
            <a:off x="1863700" y="1994550"/>
            <a:ext cx="5347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          And somehow, u survived them all.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59" name="Google Shape;859;p76">
            <a:hlinkClick action="ppaction://hlinksldjump" r:id="rId3"/>
          </p:cNvPr>
          <p:cNvSpPr/>
          <p:nvPr/>
        </p:nvSpPr>
        <p:spPr>
          <a:xfrm>
            <a:off x="1038550" y="4075927"/>
            <a:ext cx="6752400" cy="5670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                CLAIM MY REWARD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860" name="Google Shape;860;p76"/>
          <p:cNvSpPr txBox="1"/>
          <p:nvPr/>
        </p:nvSpPr>
        <p:spPr>
          <a:xfrm>
            <a:off x="1464045" y="3442445"/>
            <a:ext cx="616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     Click below to claim your well-deserved prize.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861" name="Google Shape;861;p76"/>
          <p:cNvSpPr txBox="1"/>
          <p:nvPr/>
        </p:nvSpPr>
        <p:spPr>
          <a:xfrm>
            <a:off x="1559075" y="2747350"/>
            <a:ext cx="584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</a:rPr>
              <a:t>      YOUR FINAL REWARD IS READY.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7"/>
          <p:cNvSpPr txBox="1"/>
          <p:nvPr/>
        </p:nvSpPr>
        <p:spPr>
          <a:xfrm>
            <a:off x="2062950" y="197975"/>
            <a:ext cx="50520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</a:rPr>
              <a:t>U GOT RICKROLLED, PAL!!💀 </a:t>
            </a:r>
            <a:endParaRPr b="1" sz="2400">
              <a:solidFill>
                <a:srgbClr val="FF0000"/>
              </a:solidFill>
            </a:endParaRPr>
          </a:p>
        </p:txBody>
      </p:sp>
      <p:pic>
        <p:nvPicPr>
          <p:cNvPr id="867" name="Google Shape;867;p77" title="RICKROL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2000" y="832850"/>
            <a:ext cx="6983550" cy="397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